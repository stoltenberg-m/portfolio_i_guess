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0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9AA07-9E97-4D52-A235-4C0EE4CA0FFE}" v="190" dt="2025-01-12T17:47:30.086"/>
    <p1510:client id="{A1CC4ED3-406B-4B85-9818-AD327C76BD25}" v="296" dt="2025-01-12T17:20:42.942"/>
    <p1510:client id="{AE27CD8D-FFC5-42E0-864F-4E2D44A541AB}" v="13" dt="2025-01-12T16:25:37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nus Holberg Stoltenberg" userId="0068f1ec-4f48-4a1f-a7b8-233e6eeb74a8" providerId="ADAL" clId="{41F9AA07-9E97-4D52-A235-4C0EE4CA0FFE}"/>
    <pc:docChg chg="undo custSel addSld delSld modSld sldOrd addMainMaster delMainMaster">
      <pc:chgData name="Magnus Holberg Stoltenberg" userId="0068f1ec-4f48-4a1f-a7b8-233e6eeb74a8" providerId="ADAL" clId="{41F9AA07-9E97-4D52-A235-4C0EE4CA0FFE}" dt="2025-01-12T17:47:30.086" v="266"/>
      <pc:docMkLst>
        <pc:docMk/>
      </pc:docMkLst>
      <pc:sldChg chg="addSp delSp modSp del mod">
        <pc:chgData name="Magnus Holberg Stoltenberg" userId="0068f1ec-4f48-4a1f-a7b8-233e6eeb74a8" providerId="ADAL" clId="{41F9AA07-9E97-4D52-A235-4C0EE4CA0FFE}" dt="2025-01-12T17:02:43.321" v="30" actId="2696"/>
        <pc:sldMkLst>
          <pc:docMk/>
          <pc:sldMk cId="3424942676" sldId="256"/>
        </pc:sldMkLst>
        <pc:spChg chg="add del">
          <ac:chgData name="Magnus Holberg Stoltenberg" userId="0068f1ec-4f48-4a1f-a7b8-233e6eeb74a8" providerId="ADAL" clId="{41F9AA07-9E97-4D52-A235-4C0EE4CA0FFE}" dt="2025-01-12T16:56:24.859" v="23" actId="22"/>
          <ac:spMkLst>
            <pc:docMk/>
            <pc:sldMk cId="3424942676" sldId="256"/>
            <ac:spMk id="7" creationId="{B83C925C-7B67-EE7C-821F-AF1A755C4E9E}"/>
          </ac:spMkLst>
        </pc:spChg>
        <pc:picChg chg="add del mod ord">
          <ac:chgData name="Magnus Holberg Stoltenberg" userId="0068f1ec-4f48-4a1f-a7b8-233e6eeb74a8" providerId="ADAL" clId="{41F9AA07-9E97-4D52-A235-4C0EE4CA0FFE}" dt="2025-01-12T16:56:19.999" v="20" actId="22"/>
          <ac:picMkLst>
            <pc:docMk/>
            <pc:sldMk cId="3424942676" sldId="256"/>
            <ac:picMk id="5" creationId="{2566726E-5864-5B28-D595-23A4A94931FD}"/>
          </ac:picMkLst>
        </pc:picChg>
        <pc:picChg chg="add">
          <ac:chgData name="Magnus Holberg Stoltenberg" userId="0068f1ec-4f48-4a1f-a7b8-233e6eeb74a8" providerId="ADAL" clId="{41F9AA07-9E97-4D52-A235-4C0EE4CA0FFE}" dt="2025-01-12T17:00:41.272" v="24" actId="22"/>
          <ac:picMkLst>
            <pc:docMk/>
            <pc:sldMk cId="3424942676" sldId="256"/>
            <ac:picMk id="9" creationId="{8D22F3B4-0C4B-D0A1-F7EB-3FED35002F57}"/>
          </ac:picMkLst>
        </pc:picChg>
        <pc:picChg chg="add del">
          <ac:chgData name="Magnus Holberg Stoltenberg" userId="0068f1ec-4f48-4a1f-a7b8-233e6eeb74a8" providerId="ADAL" clId="{41F9AA07-9E97-4D52-A235-4C0EE4CA0FFE}" dt="2025-01-12T16:56:20.004" v="21" actId="478"/>
          <ac:picMkLst>
            <pc:docMk/>
            <pc:sldMk cId="3424942676" sldId="256"/>
            <ac:picMk id="56" creationId="{1B4D46DF-458B-949D-0A7A-D3766C03F72A}"/>
          </ac:picMkLst>
        </pc:picChg>
      </pc:sldChg>
      <pc:sldChg chg="new del">
        <pc:chgData name="Magnus Holberg Stoltenberg" userId="0068f1ec-4f48-4a1f-a7b8-233e6eeb74a8" providerId="ADAL" clId="{41F9AA07-9E97-4D52-A235-4C0EE4CA0FFE}" dt="2025-01-12T17:02:45.538" v="31" actId="2696"/>
        <pc:sldMkLst>
          <pc:docMk/>
          <pc:sldMk cId="2082907965" sldId="257"/>
        </pc:sldMkLst>
      </pc:sldChg>
      <pc:sldChg chg="modSp add mod ord">
        <pc:chgData name="Magnus Holberg Stoltenberg" userId="0068f1ec-4f48-4a1f-a7b8-233e6eeb74a8" providerId="ADAL" clId="{41F9AA07-9E97-4D52-A235-4C0EE4CA0FFE}" dt="2025-01-12T17:07:23.714" v="39"/>
        <pc:sldMkLst>
          <pc:docMk/>
          <pc:sldMk cId="1856867005" sldId="258"/>
        </pc:sldMkLst>
        <pc:spChg chg="mod">
          <ac:chgData name="Magnus Holberg Stoltenberg" userId="0068f1ec-4f48-4a1f-a7b8-233e6eeb74a8" providerId="ADAL" clId="{41F9AA07-9E97-4D52-A235-4C0EE4CA0FFE}" dt="2025-01-12T17:07:23.714" v="39"/>
          <ac:spMkLst>
            <pc:docMk/>
            <pc:sldMk cId="1856867005" sldId="258"/>
            <ac:spMk id="3" creationId="{590F4A8F-D9C9-41BE-3581-77080C4E76A4}"/>
          </ac:spMkLst>
        </pc:spChg>
      </pc:sldChg>
      <pc:sldChg chg="addSp delSp modSp new mod setBg addAnim delAnim setClrOvrMap">
        <pc:chgData name="Magnus Holberg Stoltenberg" userId="0068f1ec-4f48-4a1f-a7b8-233e6eeb74a8" providerId="ADAL" clId="{41F9AA07-9E97-4D52-A235-4C0EE4CA0FFE}" dt="2025-01-12T17:16:59.018" v="80" actId="20577"/>
        <pc:sldMkLst>
          <pc:docMk/>
          <pc:sldMk cId="1833951777" sldId="259"/>
        </pc:sldMkLst>
        <pc:spChg chg="del mod">
          <ac:chgData name="Magnus Holberg Stoltenberg" userId="0068f1ec-4f48-4a1f-a7b8-233e6eeb74a8" providerId="ADAL" clId="{41F9AA07-9E97-4D52-A235-4C0EE4CA0FFE}" dt="2025-01-12T17:09:36.566" v="59" actId="478"/>
          <ac:spMkLst>
            <pc:docMk/>
            <pc:sldMk cId="1833951777" sldId="259"/>
            <ac:spMk id="2" creationId="{7D8F4DC6-46CE-7DF9-70B4-F512971C291C}"/>
          </ac:spMkLst>
        </pc:spChg>
        <pc:spChg chg="mod">
          <ac:chgData name="Magnus Holberg Stoltenberg" userId="0068f1ec-4f48-4a1f-a7b8-233e6eeb74a8" providerId="ADAL" clId="{41F9AA07-9E97-4D52-A235-4C0EE4CA0FFE}" dt="2025-01-12T17:16:59.018" v="80" actId="20577"/>
          <ac:spMkLst>
            <pc:docMk/>
            <pc:sldMk cId="1833951777" sldId="259"/>
            <ac:spMk id="3" creationId="{E31B53EE-49CB-E27B-C957-0293CDC4F7CB}"/>
          </ac:spMkLst>
        </pc:spChg>
        <pc:spChg chg="add del mod">
          <ac:chgData name="Magnus Holberg Stoltenberg" userId="0068f1ec-4f48-4a1f-a7b8-233e6eeb74a8" providerId="ADAL" clId="{41F9AA07-9E97-4D52-A235-4C0EE4CA0FFE}" dt="2025-01-12T17:09:41.201" v="60" actId="478"/>
          <ac:spMkLst>
            <pc:docMk/>
            <pc:sldMk cId="1833951777" sldId="259"/>
            <ac:spMk id="7" creationId="{E09A1F6A-5509-E9CC-D097-CDF5FE067767}"/>
          </ac:spMkLst>
        </pc:spChg>
        <pc:spChg chg="add del">
          <ac:chgData name="Magnus Holberg Stoltenberg" userId="0068f1ec-4f48-4a1f-a7b8-233e6eeb74a8" providerId="ADAL" clId="{41F9AA07-9E97-4D52-A235-4C0EE4CA0FFE}" dt="2025-01-12T17:08:10.649" v="46" actId="26606"/>
          <ac:spMkLst>
            <pc:docMk/>
            <pc:sldMk cId="1833951777" sldId="259"/>
            <ac:spMk id="10" creationId="{71B2258F-86CA-4D4D-8270-BC05FCDEBFB3}"/>
          </ac:spMkLst>
        </pc:spChg>
        <pc:spChg chg="add del">
          <ac:chgData name="Magnus Holberg Stoltenberg" userId="0068f1ec-4f48-4a1f-a7b8-233e6eeb74a8" providerId="ADAL" clId="{41F9AA07-9E97-4D52-A235-4C0EE4CA0FFE}" dt="2025-01-12T17:08:36.093" v="49" actId="26606"/>
          <ac:spMkLst>
            <pc:docMk/>
            <pc:sldMk cId="1833951777" sldId="259"/>
            <ac:spMk id="12" creationId="{68CD2EFB-78C2-4C6E-A6B9-4ED12FAD5B99}"/>
          </ac:spMkLst>
        </pc:spChg>
        <pc:spChg chg="add del">
          <ac:chgData name="Magnus Holberg Stoltenberg" userId="0068f1ec-4f48-4a1f-a7b8-233e6eeb74a8" providerId="ADAL" clId="{41F9AA07-9E97-4D52-A235-4C0EE4CA0FFE}" dt="2025-01-12T17:08:36.093" v="49" actId="26606"/>
          <ac:spMkLst>
            <pc:docMk/>
            <pc:sldMk cId="1833951777" sldId="259"/>
            <ac:spMk id="13" creationId="{C8320351-9FA2-4A26-885B-BB8F3E4902D2}"/>
          </ac:spMkLst>
        </pc:spChg>
        <pc:spChg chg="add">
          <ac:chgData name="Magnus Holberg Stoltenberg" userId="0068f1ec-4f48-4a1f-a7b8-233e6eeb74a8" providerId="ADAL" clId="{41F9AA07-9E97-4D52-A235-4C0EE4CA0FFE}" dt="2025-01-12T17:08:36.099" v="50" actId="26606"/>
          <ac:spMkLst>
            <pc:docMk/>
            <pc:sldMk cId="1833951777" sldId="259"/>
            <ac:spMk id="15" creationId="{ECC07320-C2CA-4E29-8481-9D9E143C7788}"/>
          </ac:spMkLst>
        </pc:spChg>
        <pc:picChg chg="add mod ord">
          <ac:chgData name="Magnus Holberg Stoltenberg" userId="0068f1ec-4f48-4a1f-a7b8-233e6eeb74a8" providerId="ADAL" clId="{41F9AA07-9E97-4D52-A235-4C0EE4CA0FFE}" dt="2025-01-12T17:08:36.099" v="50" actId="26606"/>
          <ac:picMkLst>
            <pc:docMk/>
            <pc:sldMk cId="1833951777" sldId="259"/>
            <ac:picMk id="5" creationId="{CB39952A-5590-AAD6-0DD2-AFDCCB4A031D}"/>
          </ac:picMkLst>
        </pc:picChg>
      </pc:sldChg>
      <pc:sldChg chg="modSp">
        <pc:chgData name="Magnus Holberg Stoltenberg" userId="0068f1ec-4f48-4a1f-a7b8-233e6eeb74a8" providerId="ADAL" clId="{41F9AA07-9E97-4D52-A235-4C0EE4CA0FFE}" dt="2025-01-12T17:47:30.086" v="266"/>
        <pc:sldMkLst>
          <pc:docMk/>
          <pc:sldMk cId="1697230457" sldId="260"/>
        </pc:sldMkLst>
        <pc:spChg chg="mod">
          <ac:chgData name="Magnus Holberg Stoltenberg" userId="0068f1ec-4f48-4a1f-a7b8-233e6eeb74a8" providerId="ADAL" clId="{41F9AA07-9E97-4D52-A235-4C0EE4CA0FFE}" dt="2025-01-12T17:47:30.086" v="266"/>
          <ac:spMkLst>
            <pc:docMk/>
            <pc:sldMk cId="1697230457" sldId="260"/>
            <ac:spMk id="2" creationId="{995DB06D-6DD7-E621-F0E2-C52A05C30047}"/>
          </ac:spMkLst>
        </pc:spChg>
      </pc:sldChg>
      <pc:sldChg chg="addSp modSp new mod ord setBg">
        <pc:chgData name="Magnus Holberg Stoltenberg" userId="0068f1ec-4f48-4a1f-a7b8-233e6eeb74a8" providerId="ADAL" clId="{41F9AA07-9E97-4D52-A235-4C0EE4CA0FFE}" dt="2025-01-12T17:32:58.723" v="193"/>
        <pc:sldMkLst>
          <pc:docMk/>
          <pc:sldMk cId="2976613829" sldId="261"/>
        </pc:sldMkLst>
        <pc:spChg chg="mod">
          <ac:chgData name="Magnus Holberg Stoltenberg" userId="0068f1ec-4f48-4a1f-a7b8-233e6eeb74a8" providerId="ADAL" clId="{41F9AA07-9E97-4D52-A235-4C0EE4CA0FFE}" dt="2025-01-12T17:25:00.222" v="86" actId="14100"/>
          <ac:spMkLst>
            <pc:docMk/>
            <pc:sldMk cId="2976613829" sldId="261"/>
            <ac:spMk id="2" creationId="{4137D98A-AA17-27F6-D53C-AD6B32BD173E}"/>
          </ac:spMkLst>
        </pc:spChg>
        <pc:spChg chg="mod">
          <ac:chgData name="Magnus Holberg Stoltenberg" userId="0068f1ec-4f48-4a1f-a7b8-233e6eeb74a8" providerId="ADAL" clId="{41F9AA07-9E97-4D52-A235-4C0EE4CA0FFE}" dt="2025-01-12T17:25:54.649" v="92" actId="255"/>
          <ac:spMkLst>
            <pc:docMk/>
            <pc:sldMk cId="2976613829" sldId="261"/>
            <ac:spMk id="3" creationId="{0DB28D00-EAA9-BB04-60BA-EE457555AD80}"/>
          </ac:spMkLst>
        </pc:spChg>
        <pc:spChg chg="add">
          <ac:chgData name="Magnus Holberg Stoltenberg" userId="0068f1ec-4f48-4a1f-a7b8-233e6eeb74a8" providerId="ADAL" clId="{41F9AA07-9E97-4D52-A235-4C0EE4CA0FFE}" dt="2025-01-12T17:23:58.222" v="83" actId="26606"/>
          <ac:spMkLst>
            <pc:docMk/>
            <pc:sldMk cId="2976613829" sldId="261"/>
            <ac:spMk id="10" creationId="{ECC07320-C2CA-4E29-8481-9D9E143C7788}"/>
          </ac:spMkLst>
        </pc:spChg>
        <pc:picChg chg="add mod">
          <ac:chgData name="Magnus Holberg Stoltenberg" userId="0068f1ec-4f48-4a1f-a7b8-233e6eeb74a8" providerId="ADAL" clId="{41F9AA07-9E97-4D52-A235-4C0EE4CA0FFE}" dt="2025-01-12T17:23:58.222" v="83" actId="26606"/>
          <ac:picMkLst>
            <pc:docMk/>
            <pc:sldMk cId="2976613829" sldId="261"/>
            <ac:picMk id="5" creationId="{6C33E53A-FE66-2DA3-26C7-35F6E9D19CC6}"/>
          </ac:picMkLst>
        </pc:picChg>
      </pc:sldChg>
      <pc:sldChg chg="addSp delSp modSp new mod ord setBg">
        <pc:chgData name="Magnus Holberg Stoltenberg" userId="0068f1ec-4f48-4a1f-a7b8-233e6eeb74a8" providerId="ADAL" clId="{41F9AA07-9E97-4D52-A235-4C0EE4CA0FFE}" dt="2025-01-12T17:32:54.770" v="191"/>
        <pc:sldMkLst>
          <pc:docMk/>
          <pc:sldMk cId="4216777531" sldId="262"/>
        </pc:sldMkLst>
        <pc:spChg chg="mod">
          <ac:chgData name="Magnus Holberg Stoltenberg" userId="0068f1ec-4f48-4a1f-a7b8-233e6eeb74a8" providerId="ADAL" clId="{41F9AA07-9E97-4D52-A235-4C0EE4CA0FFE}" dt="2025-01-12T17:29:29.917" v="117" actId="14100"/>
          <ac:spMkLst>
            <pc:docMk/>
            <pc:sldMk cId="4216777531" sldId="262"/>
            <ac:spMk id="2" creationId="{954C860E-F34F-4683-5412-A3D2D3D72B2C}"/>
          </ac:spMkLst>
        </pc:spChg>
        <pc:spChg chg="mod">
          <ac:chgData name="Magnus Holberg Stoltenberg" userId="0068f1ec-4f48-4a1f-a7b8-233e6eeb74a8" providerId="ADAL" clId="{41F9AA07-9E97-4D52-A235-4C0EE4CA0FFE}" dt="2025-01-12T17:31:57.767" v="182" actId="20577"/>
          <ac:spMkLst>
            <pc:docMk/>
            <pc:sldMk cId="4216777531" sldId="262"/>
            <ac:spMk id="3" creationId="{E741590C-B331-115D-D3B3-397F206DD740}"/>
          </ac:spMkLst>
        </pc:spChg>
        <pc:spChg chg="add del">
          <ac:chgData name="Magnus Holberg Stoltenberg" userId="0068f1ec-4f48-4a1f-a7b8-233e6eeb74a8" providerId="ADAL" clId="{41F9AA07-9E97-4D52-A235-4C0EE4CA0FFE}" dt="2025-01-12T17:28:09.004" v="97" actId="26606"/>
          <ac:spMkLst>
            <pc:docMk/>
            <pc:sldMk cId="4216777531" sldId="262"/>
            <ac:spMk id="12" creationId="{FB5B0058-AF13-4859-B429-4EDDE2A26F7F}"/>
          </ac:spMkLst>
        </pc:spChg>
        <pc:spChg chg="add del">
          <ac:chgData name="Magnus Holberg Stoltenberg" userId="0068f1ec-4f48-4a1f-a7b8-233e6eeb74a8" providerId="ADAL" clId="{41F9AA07-9E97-4D52-A235-4C0EE4CA0FFE}" dt="2025-01-12T17:28:09.004" v="97" actId="26606"/>
          <ac:spMkLst>
            <pc:docMk/>
            <pc:sldMk cId="4216777531" sldId="262"/>
            <ac:spMk id="14" creationId="{0277405F-0B4F-4418-B773-1B38814125B6}"/>
          </ac:spMkLst>
        </pc:spChg>
        <pc:spChg chg="add">
          <ac:chgData name="Magnus Holberg Stoltenberg" userId="0068f1ec-4f48-4a1f-a7b8-233e6eeb74a8" providerId="ADAL" clId="{41F9AA07-9E97-4D52-A235-4C0EE4CA0FFE}" dt="2025-01-12T17:28:09.033" v="98" actId="26606"/>
          <ac:spMkLst>
            <pc:docMk/>
            <pc:sldMk cId="4216777531" sldId="262"/>
            <ac:spMk id="17" creationId="{3A397E3E-B90C-4D82-BAAA-36F7AC6A4565}"/>
          </ac:spMkLst>
        </pc:spChg>
        <pc:spChg chg="add">
          <ac:chgData name="Magnus Holberg Stoltenberg" userId="0068f1ec-4f48-4a1f-a7b8-233e6eeb74a8" providerId="ADAL" clId="{41F9AA07-9E97-4D52-A235-4C0EE4CA0FFE}" dt="2025-01-12T17:28:09.033" v="98" actId="26606"/>
          <ac:spMkLst>
            <pc:docMk/>
            <pc:sldMk cId="4216777531" sldId="262"/>
            <ac:spMk id="26" creationId="{BE1E800F-93B7-4AB7-B63A-E4C4E9C2C392}"/>
          </ac:spMkLst>
        </pc:spChg>
        <pc:spChg chg="add">
          <ac:chgData name="Magnus Holberg Stoltenberg" userId="0068f1ec-4f48-4a1f-a7b8-233e6eeb74a8" providerId="ADAL" clId="{41F9AA07-9E97-4D52-A235-4C0EE4CA0FFE}" dt="2025-01-12T17:28:09.033" v="98" actId="26606"/>
          <ac:spMkLst>
            <pc:docMk/>
            <pc:sldMk cId="4216777531" sldId="262"/>
            <ac:spMk id="28" creationId="{A2B5CBEA-F125-49B6-8335-227C325B112B}"/>
          </ac:spMkLst>
        </pc:spChg>
        <pc:spChg chg="add">
          <ac:chgData name="Magnus Holberg Stoltenberg" userId="0068f1ec-4f48-4a1f-a7b8-233e6eeb74a8" providerId="ADAL" clId="{41F9AA07-9E97-4D52-A235-4C0EE4CA0FFE}" dt="2025-01-12T17:28:09.033" v="98" actId="26606"/>
          <ac:spMkLst>
            <pc:docMk/>
            <pc:sldMk cId="4216777531" sldId="262"/>
            <ac:spMk id="30" creationId="{A1A59942-B6FE-4CF6-8242-F6EE3231B8CB}"/>
          </ac:spMkLst>
        </pc:spChg>
        <pc:spChg chg="add">
          <ac:chgData name="Magnus Holberg Stoltenberg" userId="0068f1ec-4f48-4a1f-a7b8-233e6eeb74a8" providerId="ADAL" clId="{41F9AA07-9E97-4D52-A235-4C0EE4CA0FFE}" dt="2025-01-12T17:28:09.033" v="98" actId="26606"/>
          <ac:spMkLst>
            <pc:docMk/>
            <pc:sldMk cId="4216777531" sldId="262"/>
            <ac:spMk id="32" creationId="{F2D9628C-9189-4868-B8AA-1727266FEF32}"/>
          </ac:spMkLst>
        </pc:spChg>
        <pc:spChg chg="add">
          <ac:chgData name="Magnus Holberg Stoltenberg" userId="0068f1ec-4f48-4a1f-a7b8-233e6eeb74a8" providerId="ADAL" clId="{41F9AA07-9E97-4D52-A235-4C0EE4CA0FFE}" dt="2025-01-12T17:28:09.033" v="98" actId="26606"/>
          <ac:spMkLst>
            <pc:docMk/>
            <pc:sldMk cId="4216777531" sldId="262"/>
            <ac:spMk id="34" creationId="{1AF05241-2204-496E-AD1F-68B31922BB4A}"/>
          </ac:spMkLst>
        </pc:spChg>
        <pc:picChg chg="add mod">
          <ac:chgData name="Magnus Holberg Stoltenberg" userId="0068f1ec-4f48-4a1f-a7b8-233e6eeb74a8" providerId="ADAL" clId="{41F9AA07-9E97-4D52-A235-4C0EE4CA0FFE}" dt="2025-01-12T17:28:20.781" v="100" actId="1076"/>
          <ac:picMkLst>
            <pc:docMk/>
            <pc:sldMk cId="4216777531" sldId="262"/>
            <ac:picMk id="5" creationId="{8FCB9AC0-DB30-7DB0-ACF3-BA6F40EFBD83}"/>
          </ac:picMkLst>
        </pc:picChg>
        <pc:picChg chg="add del mod">
          <ac:chgData name="Magnus Holberg Stoltenberg" userId="0068f1ec-4f48-4a1f-a7b8-233e6eeb74a8" providerId="ADAL" clId="{41F9AA07-9E97-4D52-A235-4C0EE4CA0FFE}" dt="2025-01-12T17:32:35.170" v="183" actId="478"/>
          <ac:picMkLst>
            <pc:docMk/>
            <pc:sldMk cId="4216777531" sldId="262"/>
            <ac:picMk id="7" creationId="{809DC2C2-C0D6-19A3-F82F-048F6FDDC8A2}"/>
          </ac:picMkLst>
        </pc:picChg>
        <pc:picChg chg="add mod">
          <ac:chgData name="Magnus Holberg Stoltenberg" userId="0068f1ec-4f48-4a1f-a7b8-233e6eeb74a8" providerId="ADAL" clId="{41F9AA07-9E97-4D52-A235-4C0EE4CA0FFE}" dt="2025-01-12T17:32:47.681" v="189" actId="1076"/>
          <ac:picMkLst>
            <pc:docMk/>
            <pc:sldMk cId="4216777531" sldId="262"/>
            <ac:picMk id="9" creationId="{3B22909D-0D66-3A70-A71E-02C6EAA9C9F0}"/>
          </ac:picMkLst>
        </pc:picChg>
      </pc:sldChg>
      <pc:sldChg chg="addSp modSp new mod setBg">
        <pc:chgData name="Magnus Holberg Stoltenberg" userId="0068f1ec-4f48-4a1f-a7b8-233e6eeb74a8" providerId="ADAL" clId="{41F9AA07-9E97-4D52-A235-4C0EE4CA0FFE}" dt="2025-01-12T17:40:30.731" v="221"/>
        <pc:sldMkLst>
          <pc:docMk/>
          <pc:sldMk cId="2277182380" sldId="263"/>
        </pc:sldMkLst>
        <pc:spChg chg="mod">
          <ac:chgData name="Magnus Holberg Stoltenberg" userId="0068f1ec-4f48-4a1f-a7b8-233e6eeb74a8" providerId="ADAL" clId="{41F9AA07-9E97-4D52-A235-4C0EE4CA0FFE}" dt="2025-01-12T17:36:31.571" v="218" actId="14100"/>
          <ac:spMkLst>
            <pc:docMk/>
            <pc:sldMk cId="2277182380" sldId="263"/>
            <ac:spMk id="2" creationId="{C5FF3E9D-0F2F-E882-EADA-803A14EE632F}"/>
          </ac:spMkLst>
        </pc:spChg>
        <pc:spChg chg="mod">
          <ac:chgData name="Magnus Holberg Stoltenberg" userId="0068f1ec-4f48-4a1f-a7b8-233e6eeb74a8" providerId="ADAL" clId="{41F9AA07-9E97-4D52-A235-4C0EE4CA0FFE}" dt="2025-01-12T17:40:30.731" v="221"/>
          <ac:spMkLst>
            <pc:docMk/>
            <pc:sldMk cId="2277182380" sldId="263"/>
            <ac:spMk id="3" creationId="{DF9D74A1-54C2-9B3F-13A8-9F9ACE0FF1D0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14" creationId="{64856DF8-E786-4A2B-BCE9-1D3AA7C5D0A9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16" creationId="{E646A872-7F34-4E27-B0A7-9720177E374D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18" creationId="{AE689860-A291-4B0F-AB65-421F8C20E2E1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20" creationId="{C82BEF57-041E-4DE3-B65C-CBE71211B3DE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22" creationId="{D9DFE8A5-DCEC-4A43-B613-D62AC8C5734F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26" creationId="{26B7664A-BE61-4A65-B937-A31E08B8B9AD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30" creationId="{0AE773EE-DD7B-4F25-945A-3F59DEE680F9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39" creationId="{033BC44A-0661-43B4-9C14-FD5963C226AE}"/>
          </ac:spMkLst>
        </pc:spChg>
        <pc:spChg chg="add">
          <ac:chgData name="Magnus Holberg Stoltenberg" userId="0068f1ec-4f48-4a1f-a7b8-233e6eeb74a8" providerId="ADAL" clId="{41F9AA07-9E97-4D52-A235-4C0EE4CA0FFE}" dt="2025-01-12T17:35:42.216" v="207" actId="26606"/>
          <ac:spMkLst>
            <pc:docMk/>
            <pc:sldMk cId="2277182380" sldId="263"/>
            <ac:spMk id="43" creationId="{87045360-A428-4E4B-989C-E4EF4D92037A}"/>
          </ac:spMkLst>
        </pc:spChg>
        <pc:picChg chg="add mod ord">
          <ac:chgData name="Magnus Holberg Stoltenberg" userId="0068f1ec-4f48-4a1f-a7b8-233e6eeb74a8" providerId="ADAL" clId="{41F9AA07-9E97-4D52-A235-4C0EE4CA0FFE}" dt="2025-01-12T17:36:14.667" v="216" actId="1076"/>
          <ac:picMkLst>
            <pc:docMk/>
            <pc:sldMk cId="2277182380" sldId="263"/>
            <ac:picMk id="5" creationId="{8D80F7CE-E753-2435-2284-B6BAB35D9D83}"/>
          </ac:picMkLst>
        </pc:picChg>
        <pc:picChg chg="add mod">
          <ac:chgData name="Magnus Holberg Stoltenberg" userId="0068f1ec-4f48-4a1f-a7b8-233e6eeb74a8" providerId="ADAL" clId="{41F9AA07-9E97-4D52-A235-4C0EE4CA0FFE}" dt="2025-01-12T17:35:59.571" v="212" actId="1076"/>
          <ac:picMkLst>
            <pc:docMk/>
            <pc:sldMk cId="2277182380" sldId="263"/>
            <ac:picMk id="7" creationId="{36838969-9313-500B-AAC9-04A897E76BB0}"/>
          </ac:picMkLst>
        </pc:picChg>
      </pc:sldChg>
      <pc:sldChg chg="addSp delSp modSp new mod setBg">
        <pc:chgData name="Magnus Holberg Stoltenberg" userId="0068f1ec-4f48-4a1f-a7b8-233e6eeb74a8" providerId="ADAL" clId="{41F9AA07-9E97-4D52-A235-4C0EE4CA0FFE}" dt="2025-01-12T17:46:08.809" v="265" actId="1076"/>
        <pc:sldMkLst>
          <pc:docMk/>
          <pc:sldMk cId="2360828135" sldId="264"/>
        </pc:sldMkLst>
        <pc:spChg chg="mod">
          <ac:chgData name="Magnus Holberg Stoltenberg" userId="0068f1ec-4f48-4a1f-a7b8-233e6eeb74a8" providerId="ADAL" clId="{41F9AA07-9E97-4D52-A235-4C0EE4CA0FFE}" dt="2025-01-12T17:44:42.850" v="241" actId="14100"/>
          <ac:spMkLst>
            <pc:docMk/>
            <pc:sldMk cId="2360828135" sldId="264"/>
            <ac:spMk id="2" creationId="{E346A641-64C7-DE06-7A7B-F10917045B62}"/>
          </ac:spMkLst>
        </pc:spChg>
        <pc:spChg chg="mod">
          <ac:chgData name="Magnus Holberg Stoltenberg" userId="0068f1ec-4f48-4a1f-a7b8-233e6eeb74a8" providerId="ADAL" clId="{41F9AA07-9E97-4D52-A235-4C0EE4CA0FFE}" dt="2025-01-12T17:46:08.809" v="265" actId="1076"/>
          <ac:spMkLst>
            <pc:docMk/>
            <pc:sldMk cId="2360828135" sldId="264"/>
            <ac:spMk id="3" creationId="{3C72E2FF-1ADC-FEC7-D515-DB08843C8E5B}"/>
          </ac:spMkLst>
        </pc:spChg>
        <pc:spChg chg="add del">
          <ac:chgData name="Magnus Holberg Stoltenberg" userId="0068f1ec-4f48-4a1f-a7b8-233e6eeb74a8" providerId="ADAL" clId="{41F9AA07-9E97-4D52-A235-4C0EE4CA0FFE}" dt="2025-01-12T17:42:35.896" v="227" actId="26606"/>
          <ac:spMkLst>
            <pc:docMk/>
            <pc:sldMk cId="2360828135" sldId="264"/>
            <ac:spMk id="12" creationId="{C4879EFC-8E62-4E00-973C-C45EE9EC676D}"/>
          </ac:spMkLst>
        </pc:spChg>
        <pc:spChg chg="add del">
          <ac:chgData name="Magnus Holberg Stoltenberg" userId="0068f1ec-4f48-4a1f-a7b8-233e6eeb74a8" providerId="ADAL" clId="{41F9AA07-9E97-4D52-A235-4C0EE4CA0FFE}" dt="2025-01-12T17:42:35.896" v="227" actId="26606"/>
          <ac:spMkLst>
            <pc:docMk/>
            <pc:sldMk cId="2360828135" sldId="264"/>
            <ac:spMk id="14" creationId="{D6A9C53F-5F90-40A5-8C85-5412D39C8C68}"/>
          </ac:spMkLst>
        </pc:spChg>
        <pc:spChg chg="add del">
          <ac:chgData name="Magnus Holberg Stoltenberg" userId="0068f1ec-4f48-4a1f-a7b8-233e6eeb74a8" providerId="ADAL" clId="{41F9AA07-9E97-4D52-A235-4C0EE4CA0FFE}" dt="2025-01-12T17:42:44.416" v="229" actId="26606"/>
          <ac:spMkLst>
            <pc:docMk/>
            <pc:sldMk cId="2360828135" sldId="264"/>
            <ac:spMk id="19" creationId="{2151139A-886F-4B97-8815-729AD3831BBD}"/>
          </ac:spMkLst>
        </pc:spChg>
        <pc:spChg chg="add del">
          <ac:chgData name="Magnus Holberg Stoltenberg" userId="0068f1ec-4f48-4a1f-a7b8-233e6eeb74a8" providerId="ADAL" clId="{41F9AA07-9E97-4D52-A235-4C0EE4CA0FFE}" dt="2025-01-12T17:42:44.416" v="229" actId="26606"/>
          <ac:spMkLst>
            <pc:docMk/>
            <pc:sldMk cId="2360828135" sldId="264"/>
            <ac:spMk id="21" creationId="{AB5E08C4-8CDD-4623-A5B8-E998C6DEE3B7}"/>
          </ac:spMkLst>
        </pc:spChg>
        <pc:spChg chg="add del">
          <ac:chgData name="Magnus Holberg Stoltenberg" userId="0068f1ec-4f48-4a1f-a7b8-233e6eeb74a8" providerId="ADAL" clId="{41F9AA07-9E97-4D52-A235-4C0EE4CA0FFE}" dt="2025-01-12T17:42:44.416" v="229" actId="26606"/>
          <ac:spMkLst>
            <pc:docMk/>
            <pc:sldMk cId="2360828135" sldId="264"/>
            <ac:spMk id="23" creationId="{15F33878-D502-4FFA-8ACE-F2AECDB2A23F}"/>
          </ac:spMkLst>
        </pc:spChg>
        <pc:spChg chg="add del">
          <ac:chgData name="Magnus Holberg Stoltenberg" userId="0068f1ec-4f48-4a1f-a7b8-233e6eeb74a8" providerId="ADAL" clId="{41F9AA07-9E97-4D52-A235-4C0EE4CA0FFE}" dt="2025-01-12T17:42:44.416" v="229" actId="26606"/>
          <ac:spMkLst>
            <pc:docMk/>
            <pc:sldMk cId="2360828135" sldId="264"/>
            <ac:spMk id="25" creationId="{D3539FEE-81D3-4406-802E-60B20B16F4F6}"/>
          </ac:spMkLst>
        </pc:spChg>
        <pc:spChg chg="add del">
          <ac:chgData name="Magnus Holberg Stoltenberg" userId="0068f1ec-4f48-4a1f-a7b8-233e6eeb74a8" providerId="ADAL" clId="{41F9AA07-9E97-4D52-A235-4C0EE4CA0FFE}" dt="2025-01-12T17:42:44.416" v="229" actId="26606"/>
          <ac:spMkLst>
            <pc:docMk/>
            <pc:sldMk cId="2360828135" sldId="264"/>
            <ac:spMk id="27" creationId="{DC701763-729E-462F-A5A8-E0DEFEB1E2E4}"/>
          </ac:spMkLst>
        </pc:spChg>
        <pc:spChg chg="add del">
          <ac:chgData name="Magnus Holberg Stoltenberg" userId="0068f1ec-4f48-4a1f-a7b8-233e6eeb74a8" providerId="ADAL" clId="{41F9AA07-9E97-4D52-A235-4C0EE4CA0FFE}" dt="2025-01-12T17:42:53.424" v="232" actId="26606"/>
          <ac:spMkLst>
            <pc:docMk/>
            <pc:sldMk cId="2360828135" sldId="264"/>
            <ac:spMk id="32" creationId="{FB5B0058-AF13-4859-B429-4EDDE2A26F7F}"/>
          </ac:spMkLst>
        </pc:spChg>
        <pc:spChg chg="add del">
          <ac:chgData name="Magnus Holberg Stoltenberg" userId="0068f1ec-4f48-4a1f-a7b8-233e6eeb74a8" providerId="ADAL" clId="{41F9AA07-9E97-4D52-A235-4C0EE4CA0FFE}" dt="2025-01-12T17:42:53.424" v="232" actId="26606"/>
          <ac:spMkLst>
            <pc:docMk/>
            <pc:sldMk cId="2360828135" sldId="264"/>
            <ac:spMk id="34" creationId="{0277405F-0B4F-4418-B773-1B38814125B6}"/>
          </ac:spMkLst>
        </pc:spChg>
        <pc:spChg chg="add">
          <ac:chgData name="Magnus Holberg Stoltenberg" userId="0068f1ec-4f48-4a1f-a7b8-233e6eeb74a8" providerId="ADAL" clId="{41F9AA07-9E97-4D52-A235-4C0EE4CA0FFE}" dt="2025-01-12T17:42:53.424" v="232" actId="26606"/>
          <ac:spMkLst>
            <pc:docMk/>
            <pc:sldMk cId="2360828135" sldId="264"/>
            <ac:spMk id="39" creationId="{3A397E3E-B90C-4D82-BAAA-36F7AC6A4565}"/>
          </ac:spMkLst>
        </pc:spChg>
        <pc:spChg chg="add">
          <ac:chgData name="Magnus Holberg Stoltenberg" userId="0068f1ec-4f48-4a1f-a7b8-233e6eeb74a8" providerId="ADAL" clId="{41F9AA07-9E97-4D52-A235-4C0EE4CA0FFE}" dt="2025-01-12T17:42:53.424" v="232" actId="26606"/>
          <ac:spMkLst>
            <pc:docMk/>
            <pc:sldMk cId="2360828135" sldId="264"/>
            <ac:spMk id="53" creationId="{BE1E800F-93B7-4AB7-B63A-E4C4E9C2C392}"/>
          </ac:spMkLst>
        </pc:spChg>
        <pc:spChg chg="add">
          <ac:chgData name="Magnus Holberg Stoltenberg" userId="0068f1ec-4f48-4a1f-a7b8-233e6eeb74a8" providerId="ADAL" clId="{41F9AA07-9E97-4D52-A235-4C0EE4CA0FFE}" dt="2025-01-12T17:42:53.424" v="232" actId="26606"/>
          <ac:spMkLst>
            <pc:docMk/>
            <pc:sldMk cId="2360828135" sldId="264"/>
            <ac:spMk id="55" creationId="{A2B5CBEA-F125-49B6-8335-227C325B112B}"/>
          </ac:spMkLst>
        </pc:spChg>
        <pc:spChg chg="add">
          <ac:chgData name="Magnus Holberg Stoltenberg" userId="0068f1ec-4f48-4a1f-a7b8-233e6eeb74a8" providerId="ADAL" clId="{41F9AA07-9E97-4D52-A235-4C0EE4CA0FFE}" dt="2025-01-12T17:42:53.424" v="232" actId="26606"/>
          <ac:spMkLst>
            <pc:docMk/>
            <pc:sldMk cId="2360828135" sldId="264"/>
            <ac:spMk id="57" creationId="{A1A59942-B6FE-4CF6-8242-F6EE3231B8CB}"/>
          </ac:spMkLst>
        </pc:spChg>
        <pc:spChg chg="add">
          <ac:chgData name="Magnus Holberg Stoltenberg" userId="0068f1ec-4f48-4a1f-a7b8-233e6eeb74a8" providerId="ADAL" clId="{41F9AA07-9E97-4D52-A235-4C0EE4CA0FFE}" dt="2025-01-12T17:42:53.424" v="232" actId="26606"/>
          <ac:spMkLst>
            <pc:docMk/>
            <pc:sldMk cId="2360828135" sldId="264"/>
            <ac:spMk id="59" creationId="{F2D9628C-9189-4868-B8AA-1727266FEF32}"/>
          </ac:spMkLst>
        </pc:spChg>
        <pc:spChg chg="add">
          <ac:chgData name="Magnus Holberg Stoltenberg" userId="0068f1ec-4f48-4a1f-a7b8-233e6eeb74a8" providerId="ADAL" clId="{41F9AA07-9E97-4D52-A235-4C0EE4CA0FFE}" dt="2025-01-12T17:42:53.424" v="232" actId="26606"/>
          <ac:spMkLst>
            <pc:docMk/>
            <pc:sldMk cId="2360828135" sldId="264"/>
            <ac:spMk id="61" creationId="{1AF05241-2204-496E-AD1F-68B31922BB4A}"/>
          </ac:spMkLst>
        </pc:spChg>
        <pc:picChg chg="add mod">
          <ac:chgData name="Magnus Holberg Stoltenberg" userId="0068f1ec-4f48-4a1f-a7b8-233e6eeb74a8" providerId="ADAL" clId="{41F9AA07-9E97-4D52-A235-4C0EE4CA0FFE}" dt="2025-01-12T17:43:00.421" v="234" actId="1076"/>
          <ac:picMkLst>
            <pc:docMk/>
            <pc:sldMk cId="2360828135" sldId="264"/>
            <ac:picMk id="5" creationId="{C924FA80-51D2-629B-591F-A102D60D3D00}"/>
          </ac:picMkLst>
        </pc:picChg>
        <pc:picChg chg="add mod ord">
          <ac:chgData name="Magnus Holberg Stoltenberg" userId="0068f1ec-4f48-4a1f-a7b8-233e6eeb74a8" providerId="ADAL" clId="{41F9AA07-9E97-4D52-A235-4C0EE4CA0FFE}" dt="2025-01-12T17:43:04.756" v="236" actId="1076"/>
          <ac:picMkLst>
            <pc:docMk/>
            <pc:sldMk cId="2360828135" sldId="264"/>
            <ac:picMk id="7" creationId="{4521838D-5B05-5249-606E-22254B2876C3}"/>
          </ac:picMkLst>
        </pc:picChg>
      </pc:sldChg>
      <pc:sldMasterChg chg="add addSldLayout">
        <pc:chgData name="Magnus Holberg Stoltenberg" userId="0068f1ec-4f48-4a1f-a7b8-233e6eeb74a8" providerId="ADAL" clId="{41F9AA07-9E97-4D52-A235-4C0EE4CA0FFE}" dt="2025-01-12T17:02:31.388" v="26" actId="27028"/>
        <pc:sldMasterMkLst>
          <pc:docMk/>
          <pc:sldMasterMk cId="3499970432" sldId="2147483648"/>
        </pc:sldMasterMkLst>
        <pc:sldLayoutChg chg="add">
          <pc:chgData name="Magnus Holberg Stoltenberg" userId="0068f1ec-4f48-4a1f-a7b8-233e6eeb74a8" providerId="ADAL" clId="{41F9AA07-9E97-4D52-A235-4C0EE4CA0FFE}" dt="2025-01-12T17:02:31.388" v="26" actId="27028"/>
          <pc:sldLayoutMkLst>
            <pc:docMk/>
            <pc:sldMasterMk cId="3499970432" sldId="2147483648"/>
            <pc:sldLayoutMk cId="693633745" sldId="2147483649"/>
          </pc:sldLayoutMkLst>
        </pc:sldLayoutChg>
      </pc:sldMasterChg>
      <pc:sldMasterChg chg="del delSldLayout">
        <pc:chgData name="Magnus Holberg Stoltenberg" userId="0068f1ec-4f48-4a1f-a7b8-233e6eeb74a8" providerId="ADAL" clId="{41F9AA07-9E97-4D52-A235-4C0EE4CA0FFE}" dt="2025-01-12T17:02:45.538" v="31" actId="2696"/>
        <pc:sldMasterMkLst>
          <pc:docMk/>
          <pc:sldMasterMk cId="1598651920" sldId="2147483709"/>
        </pc:sldMasterMkLst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2009692340" sldId="2147483698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831735672" sldId="2147483699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3174313010" sldId="2147483700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3807694417" sldId="2147483701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3223897388" sldId="2147483702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3258743303" sldId="2147483703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2267537079" sldId="2147483704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2240991597" sldId="2147483705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3690002746" sldId="2147483706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916593173" sldId="2147483707"/>
          </pc:sldLayoutMkLst>
        </pc:sldLayoutChg>
        <pc:sldLayoutChg chg="del">
          <pc:chgData name="Magnus Holberg Stoltenberg" userId="0068f1ec-4f48-4a1f-a7b8-233e6eeb74a8" providerId="ADAL" clId="{41F9AA07-9E97-4D52-A235-4C0EE4CA0FFE}" dt="2025-01-12T17:02:45.538" v="31" actId="2696"/>
          <pc:sldLayoutMkLst>
            <pc:docMk/>
            <pc:sldMasterMk cId="1598651920" sldId="2147483709"/>
            <pc:sldLayoutMk cId="2374582930" sldId="2147483708"/>
          </pc:sldLayoutMkLst>
        </pc:sldLayoutChg>
      </pc:sldMasterChg>
    </pc:docChg>
  </pc:docChgLst>
  <pc:docChgLst>
    <pc:chgData name="Frederik Søderberg Johansen" userId="adfdc8fe-ed26-4f4d-a917-ae15d0c5a8b0" providerId="ADAL" clId="{A1CC4ED3-406B-4B85-9818-AD327C76BD25}"/>
    <pc:docChg chg="undo custSel addSld modSld">
      <pc:chgData name="Frederik Søderberg Johansen" userId="adfdc8fe-ed26-4f4d-a917-ae15d0c5a8b0" providerId="ADAL" clId="{A1CC4ED3-406B-4B85-9818-AD327C76BD25}" dt="2025-01-12T17:20:42.942" v="296" actId="20577"/>
      <pc:docMkLst>
        <pc:docMk/>
      </pc:docMkLst>
      <pc:sldChg chg="addSp delSp modSp new mod setBg addAnim">
        <pc:chgData name="Frederik Søderberg Johansen" userId="adfdc8fe-ed26-4f4d-a917-ae15d0c5a8b0" providerId="ADAL" clId="{A1CC4ED3-406B-4B85-9818-AD327C76BD25}" dt="2025-01-12T17:20:42.942" v="296" actId="20577"/>
        <pc:sldMkLst>
          <pc:docMk/>
          <pc:sldMk cId="1697230457" sldId="260"/>
        </pc:sldMkLst>
        <pc:spChg chg="mod">
          <ac:chgData name="Frederik Søderberg Johansen" userId="adfdc8fe-ed26-4f4d-a917-ae15d0c5a8b0" providerId="ADAL" clId="{A1CC4ED3-406B-4B85-9818-AD327C76BD25}" dt="2025-01-12T17:20:42.942" v="296" actId="20577"/>
          <ac:spMkLst>
            <pc:docMk/>
            <pc:sldMk cId="1697230457" sldId="260"/>
            <ac:spMk id="2" creationId="{995DB06D-6DD7-E621-F0E2-C52A05C30047}"/>
          </ac:spMkLst>
        </pc:spChg>
        <pc:spChg chg="mod">
          <ac:chgData name="Frederik Søderberg Johansen" userId="adfdc8fe-ed26-4f4d-a917-ae15d0c5a8b0" providerId="ADAL" clId="{A1CC4ED3-406B-4B85-9818-AD327C76BD25}" dt="2025-01-12T17:20:35.182" v="294" actId="20577"/>
          <ac:spMkLst>
            <pc:docMk/>
            <pc:sldMk cId="1697230457" sldId="260"/>
            <ac:spMk id="3" creationId="{3931387F-8660-A8EE-31FC-2008A6863D42}"/>
          </ac:spMkLst>
        </pc:spChg>
        <pc:spChg chg="add del">
          <ac:chgData name="Frederik Søderberg Johansen" userId="adfdc8fe-ed26-4f4d-a917-ae15d0c5a8b0" providerId="ADAL" clId="{A1CC4ED3-406B-4B85-9818-AD327C76BD25}" dt="2025-01-12T17:17:59.704" v="17" actId="26606"/>
          <ac:spMkLst>
            <pc:docMk/>
            <pc:sldMk cId="1697230457" sldId="260"/>
            <ac:spMk id="12" creationId="{F0087D53-9295-4463-AAE4-D5C626046E9F}"/>
          </ac:spMkLst>
        </pc:spChg>
        <pc:spChg chg="add del">
          <ac:chgData name="Frederik Søderberg Johansen" userId="adfdc8fe-ed26-4f4d-a917-ae15d0c5a8b0" providerId="ADAL" clId="{A1CC4ED3-406B-4B85-9818-AD327C76BD25}" dt="2025-01-12T17:17:59.704" v="17" actId="26606"/>
          <ac:spMkLst>
            <pc:docMk/>
            <pc:sldMk cId="1697230457" sldId="260"/>
            <ac:spMk id="14" creationId="{D6A9C53F-5F90-40A5-8C85-5412D39C8C68}"/>
          </ac:spMkLst>
        </pc:spChg>
        <pc:spChg chg="add del">
          <ac:chgData name="Frederik Søderberg Johansen" userId="adfdc8fe-ed26-4f4d-a917-ae15d0c5a8b0" providerId="ADAL" clId="{A1CC4ED3-406B-4B85-9818-AD327C76BD25}" dt="2025-01-12T17:20:17.450" v="280" actId="26606"/>
          <ac:spMkLst>
            <pc:docMk/>
            <pc:sldMk cId="1697230457" sldId="260"/>
            <ac:spMk id="16" creationId="{022BDE4A-8A20-4A69-9C5A-581C82036A4D}"/>
          </ac:spMkLst>
        </pc:spChg>
        <pc:spChg chg="add">
          <ac:chgData name="Frederik Søderberg Johansen" userId="adfdc8fe-ed26-4f4d-a917-ae15d0c5a8b0" providerId="ADAL" clId="{A1CC4ED3-406B-4B85-9818-AD327C76BD25}" dt="2025-01-12T17:20:17.450" v="280" actId="26606"/>
          <ac:spMkLst>
            <pc:docMk/>
            <pc:sldMk cId="1697230457" sldId="260"/>
            <ac:spMk id="21" creationId="{99ED5833-B85B-4103-8A3B-CAB0308E6C15}"/>
          </ac:spMkLst>
        </pc:spChg>
        <pc:picChg chg="add mod">
          <ac:chgData name="Frederik Søderberg Johansen" userId="adfdc8fe-ed26-4f4d-a917-ae15d0c5a8b0" providerId="ADAL" clId="{A1CC4ED3-406B-4B85-9818-AD327C76BD25}" dt="2025-01-12T17:20:17.450" v="280" actId="26606"/>
          <ac:picMkLst>
            <pc:docMk/>
            <pc:sldMk cId="1697230457" sldId="260"/>
            <ac:picMk id="5" creationId="{34864449-F4EB-E805-6109-4A54C4F5F071}"/>
          </ac:picMkLst>
        </pc:picChg>
        <pc:picChg chg="add mod">
          <ac:chgData name="Frederik Søderberg Johansen" userId="adfdc8fe-ed26-4f4d-a917-ae15d0c5a8b0" providerId="ADAL" clId="{A1CC4ED3-406B-4B85-9818-AD327C76BD25}" dt="2025-01-12T17:20:17.450" v="280" actId="26606"/>
          <ac:picMkLst>
            <pc:docMk/>
            <pc:sldMk cId="1697230457" sldId="260"/>
            <ac:picMk id="7" creationId="{71F9780B-5072-F374-78AE-936915116433}"/>
          </ac:picMkLst>
        </pc:picChg>
      </pc:sldChg>
    </pc:docChg>
  </pc:docChgLst>
  <pc:docChgLst>
    <pc:chgData name="Magnus Holberg Stoltenberg" userId="S::next16147@edu.nextkbh.dk::0068f1ec-4f48-4a1f-a7b8-233e6eeb74a8" providerId="AD" clId="Web-{AE27CD8D-FFC5-42E0-864F-4E2D44A541AB}"/>
    <pc:docChg chg="modSld addMainMaster delMainMaster">
      <pc:chgData name="Magnus Holberg Stoltenberg" userId="S::next16147@edu.nextkbh.dk::0068f1ec-4f48-4a1f-a7b8-233e6eeb74a8" providerId="AD" clId="Web-{AE27CD8D-FFC5-42E0-864F-4E2D44A541AB}" dt="2025-01-12T16:25:37.872" v="21" actId="20577"/>
      <pc:docMkLst>
        <pc:docMk/>
      </pc:docMkLst>
      <pc:sldChg chg="addSp delSp modSp mod setBg modClrScheme chgLayout">
        <pc:chgData name="Magnus Holberg Stoltenberg" userId="S::next16147@edu.nextkbh.dk::0068f1ec-4f48-4a1f-a7b8-233e6eeb74a8" providerId="AD" clId="Web-{AE27CD8D-FFC5-42E0-864F-4E2D44A541AB}" dt="2025-01-12T16:25:37.872" v="21" actId="20577"/>
        <pc:sldMkLst>
          <pc:docMk/>
          <pc:sldMk cId="3424942676" sldId="256"/>
        </pc:sldMkLst>
        <pc:spChg chg="mod">
          <ac:chgData name="Magnus Holberg Stoltenberg" userId="S::next16147@edu.nextkbh.dk::0068f1ec-4f48-4a1f-a7b8-233e6eeb74a8" providerId="AD" clId="Web-{AE27CD8D-FFC5-42E0-864F-4E2D44A541AB}" dt="2025-01-12T16:22:56.751" v="8"/>
          <ac:spMkLst>
            <pc:docMk/>
            <pc:sldMk cId="3424942676" sldId="256"/>
            <ac:spMk id="2" creationId="{00000000-0000-0000-0000-000000000000}"/>
          </ac:spMkLst>
        </pc:spChg>
        <pc:spChg chg="mod">
          <ac:chgData name="Magnus Holberg Stoltenberg" userId="S::next16147@edu.nextkbh.dk::0068f1ec-4f48-4a1f-a7b8-233e6eeb74a8" providerId="AD" clId="Web-{AE27CD8D-FFC5-42E0-864F-4E2D44A541AB}" dt="2025-01-12T16:25:37.872" v="21" actId="20577"/>
          <ac:spMkLst>
            <pc:docMk/>
            <pc:sldMk cId="3424942676" sldId="256"/>
            <ac:spMk id="3" creationId="{00000000-0000-0000-0000-000000000000}"/>
          </ac:spMkLst>
        </pc:spChg>
        <pc:spChg chg="add del">
          <ac:chgData name="Magnus Holberg Stoltenberg" userId="S::next16147@edu.nextkbh.dk::0068f1ec-4f48-4a1f-a7b8-233e6eeb74a8" providerId="AD" clId="Web-{AE27CD8D-FFC5-42E0-864F-4E2D44A541AB}" dt="2025-01-12T16:22:32.312" v="3"/>
          <ac:spMkLst>
            <pc:docMk/>
            <pc:sldMk cId="3424942676" sldId="256"/>
            <ac:spMk id="9" creationId="{0FA27539-4286-4FA8-9DA6-7CF237447C8D}"/>
          </ac:spMkLst>
        </pc:spChg>
        <pc:spChg chg="add del">
          <ac:chgData name="Magnus Holberg Stoltenberg" userId="S::next16147@edu.nextkbh.dk::0068f1ec-4f48-4a1f-a7b8-233e6eeb74a8" providerId="AD" clId="Web-{AE27CD8D-FFC5-42E0-864F-4E2D44A541AB}" dt="2025-01-12T16:22:55.626" v="5"/>
          <ac:spMkLst>
            <pc:docMk/>
            <pc:sldMk cId="3424942676" sldId="256"/>
            <ac:spMk id="14" creationId="{6E0D4398-84C2-41B8-BF30-3157F7B18DF2}"/>
          </ac:spMkLst>
        </pc:spChg>
        <pc:spChg chg="add del">
          <ac:chgData name="Magnus Holberg Stoltenberg" userId="S::next16147@edu.nextkbh.dk::0068f1ec-4f48-4a1f-a7b8-233e6eeb74a8" providerId="AD" clId="Web-{AE27CD8D-FFC5-42E0-864F-4E2D44A541AB}" dt="2025-01-12T16:22:55.626" v="5"/>
          <ac:spMkLst>
            <pc:docMk/>
            <pc:sldMk cId="3424942676" sldId="256"/>
            <ac:spMk id="17" creationId="{1E519840-CB5B-442F-AF8C-F848E7699768}"/>
          </ac:spMkLst>
        </pc:spChg>
        <pc:spChg chg="add del">
          <ac:chgData name="Magnus Holberg Stoltenberg" userId="S::next16147@edu.nextkbh.dk::0068f1ec-4f48-4a1f-a7b8-233e6eeb74a8" providerId="AD" clId="Web-{AE27CD8D-FFC5-42E0-864F-4E2D44A541AB}" dt="2025-01-12T16:22:56.673" v="7"/>
          <ac:spMkLst>
            <pc:docMk/>
            <pc:sldMk cId="3424942676" sldId="256"/>
            <ac:spMk id="19" creationId="{0FA27539-4286-4FA8-9DA6-7CF237447C8D}"/>
          </ac:spMkLst>
        </pc:spChg>
        <pc:spChg chg="add">
          <ac:chgData name="Magnus Holberg Stoltenberg" userId="S::next16147@edu.nextkbh.dk::0068f1ec-4f48-4a1f-a7b8-233e6eeb74a8" providerId="AD" clId="Web-{AE27CD8D-FFC5-42E0-864F-4E2D44A541AB}" dt="2025-01-12T16:22:56.751" v="8"/>
          <ac:spMkLst>
            <pc:docMk/>
            <pc:sldMk cId="3424942676" sldId="256"/>
            <ac:spMk id="40" creationId="{81BC67A1-175E-439E-85E2-88911C119814}"/>
          </ac:spMkLst>
        </pc:spChg>
        <pc:spChg chg="add">
          <ac:chgData name="Magnus Holberg Stoltenberg" userId="S::next16147@edu.nextkbh.dk::0068f1ec-4f48-4a1f-a7b8-233e6eeb74a8" providerId="AD" clId="Web-{AE27CD8D-FFC5-42E0-864F-4E2D44A541AB}" dt="2025-01-12T16:22:56.751" v="8"/>
          <ac:spMkLst>
            <pc:docMk/>
            <pc:sldMk cId="3424942676" sldId="256"/>
            <ac:spMk id="51" creationId="{94A7B82C-30F1-42B4-BE36-3DB42DD517D1}"/>
          </ac:spMkLst>
        </pc:spChg>
        <pc:spChg chg="add">
          <ac:chgData name="Magnus Holberg Stoltenberg" userId="S::next16147@edu.nextkbh.dk::0068f1ec-4f48-4a1f-a7b8-233e6eeb74a8" providerId="AD" clId="Web-{AE27CD8D-FFC5-42E0-864F-4E2D44A541AB}" dt="2025-01-12T16:22:56.751" v="8"/>
          <ac:spMkLst>
            <pc:docMk/>
            <pc:sldMk cId="3424942676" sldId="256"/>
            <ac:spMk id="55" creationId="{43CA1578-CEEB-41BB-8068-C0DA02C36C52}"/>
          </ac:spMkLst>
        </pc:spChg>
        <pc:grpChg chg="add">
          <ac:chgData name="Magnus Holberg Stoltenberg" userId="S::next16147@edu.nextkbh.dk::0068f1ec-4f48-4a1f-a7b8-233e6eeb74a8" providerId="AD" clId="Web-{AE27CD8D-FFC5-42E0-864F-4E2D44A541AB}" dt="2025-01-12T16:22:56.751" v="8"/>
          <ac:grpSpMkLst>
            <pc:docMk/>
            <pc:sldMk cId="3424942676" sldId="256"/>
            <ac:grpSpMk id="41" creationId="{A5761FD8-9CFD-4F5A-AB69-F179306BCD09}"/>
          </ac:grpSpMkLst>
        </pc:grpChg>
        <pc:grpChg chg="add">
          <ac:chgData name="Magnus Holberg Stoltenberg" userId="S::next16147@edu.nextkbh.dk::0068f1ec-4f48-4a1f-a7b8-233e6eeb74a8" providerId="AD" clId="Web-{AE27CD8D-FFC5-42E0-864F-4E2D44A541AB}" dt="2025-01-12T16:22:56.751" v="8"/>
          <ac:grpSpMkLst>
            <pc:docMk/>
            <pc:sldMk cId="3424942676" sldId="256"/>
            <ac:grpSpMk id="52" creationId="{361195DA-BFB4-4917-BAFD-7D3D669EFA86}"/>
          </ac:grpSpMkLst>
        </pc:grpChg>
        <pc:grpChg chg="add">
          <ac:chgData name="Magnus Holberg Stoltenberg" userId="S::next16147@edu.nextkbh.dk::0068f1ec-4f48-4a1f-a7b8-233e6eeb74a8" providerId="AD" clId="Web-{AE27CD8D-FFC5-42E0-864F-4E2D44A541AB}" dt="2025-01-12T16:22:56.751" v="8"/>
          <ac:grpSpMkLst>
            <pc:docMk/>
            <pc:sldMk cId="3424942676" sldId="256"/>
            <ac:grpSpMk id="57" creationId="{7DF11618-754F-4C58-94AD-F7AA3530D6AF}"/>
          </ac:grpSpMkLst>
        </pc:grpChg>
        <pc:picChg chg="add del mod">
          <ac:chgData name="Magnus Holberg Stoltenberg" userId="S::next16147@edu.nextkbh.dk::0068f1ec-4f48-4a1f-a7b8-233e6eeb74a8" providerId="AD" clId="Web-{AE27CD8D-FFC5-42E0-864F-4E2D44A541AB}" dt="2025-01-12T16:21:41.949" v="1"/>
          <ac:picMkLst>
            <pc:docMk/>
            <pc:sldMk cId="3424942676" sldId="256"/>
            <ac:picMk id="4" creationId="{0E42DA95-3C58-6158-6D18-B13C3F4DC109}"/>
          </ac:picMkLst>
        </pc:picChg>
        <pc:picChg chg="add del">
          <ac:chgData name="Magnus Holberg Stoltenberg" userId="S::next16147@edu.nextkbh.dk::0068f1ec-4f48-4a1f-a7b8-233e6eeb74a8" providerId="AD" clId="Web-{AE27CD8D-FFC5-42E0-864F-4E2D44A541AB}" dt="2025-01-12T16:22:32.312" v="3"/>
          <ac:picMkLst>
            <pc:docMk/>
            <pc:sldMk cId="3424942676" sldId="256"/>
            <ac:picMk id="5" creationId="{877C43A5-8EEC-6EBE-A5FC-411F17E26579}"/>
          </ac:picMkLst>
        </pc:picChg>
        <pc:picChg chg="add del">
          <ac:chgData name="Magnus Holberg Stoltenberg" userId="S::next16147@edu.nextkbh.dk::0068f1ec-4f48-4a1f-a7b8-233e6eeb74a8" providerId="AD" clId="Web-{AE27CD8D-FFC5-42E0-864F-4E2D44A541AB}" dt="2025-01-12T16:22:55.626" v="5"/>
          <ac:picMkLst>
            <pc:docMk/>
            <pc:sldMk cId="3424942676" sldId="256"/>
            <ac:picMk id="16" creationId="{D6C0EDDC-D1DA-1902-32F6-D9C3649F0D72}"/>
          </ac:picMkLst>
        </pc:picChg>
        <pc:picChg chg="add del">
          <ac:chgData name="Magnus Holberg Stoltenberg" userId="S::next16147@edu.nextkbh.dk::0068f1ec-4f48-4a1f-a7b8-233e6eeb74a8" providerId="AD" clId="Web-{AE27CD8D-FFC5-42E0-864F-4E2D44A541AB}" dt="2025-01-12T16:22:56.673" v="7"/>
          <ac:picMkLst>
            <pc:docMk/>
            <pc:sldMk cId="3424942676" sldId="256"/>
            <ac:picMk id="20" creationId="{877C43A5-8EEC-6EBE-A5FC-411F17E26579}"/>
          </ac:picMkLst>
        </pc:picChg>
        <pc:picChg chg="add">
          <ac:chgData name="Magnus Holberg Stoltenberg" userId="S::next16147@edu.nextkbh.dk::0068f1ec-4f48-4a1f-a7b8-233e6eeb74a8" providerId="AD" clId="Web-{AE27CD8D-FFC5-42E0-864F-4E2D44A541AB}" dt="2025-01-12T16:22:56.751" v="8"/>
          <ac:picMkLst>
            <pc:docMk/>
            <pc:sldMk cId="3424942676" sldId="256"/>
            <ac:picMk id="56" creationId="{1B4D46DF-458B-949D-0A7A-D3766C03F72A}"/>
          </ac:picMkLst>
        </pc:picChg>
        <pc:cxnChg chg="add del">
          <ac:chgData name="Magnus Holberg Stoltenberg" userId="S::next16147@edu.nextkbh.dk::0068f1ec-4f48-4a1f-a7b8-233e6eeb74a8" providerId="AD" clId="Web-{AE27CD8D-FFC5-42E0-864F-4E2D44A541AB}" dt="2025-01-12T16:22:32.312" v="3"/>
          <ac:cxnSpMkLst>
            <pc:docMk/>
            <pc:sldMk cId="3424942676" sldId="256"/>
            <ac:cxnSpMk id="11" creationId="{C5E74535-9C0E-4211-B088-610AD56262A4}"/>
          </ac:cxnSpMkLst>
        </pc:cxnChg>
        <pc:cxnChg chg="add del">
          <ac:chgData name="Magnus Holberg Stoltenberg" userId="S::next16147@edu.nextkbh.dk::0068f1ec-4f48-4a1f-a7b8-233e6eeb74a8" providerId="AD" clId="Web-{AE27CD8D-FFC5-42E0-864F-4E2D44A541AB}" dt="2025-01-12T16:22:55.626" v="5"/>
          <ac:cxnSpMkLst>
            <pc:docMk/>
            <pc:sldMk cId="3424942676" sldId="256"/>
            <ac:cxnSpMk id="13" creationId="{AC7EF422-3076-48F2-A38B-7CA851778E05}"/>
          </ac:cxnSpMkLst>
        </pc:cxnChg>
        <pc:cxnChg chg="add del">
          <ac:chgData name="Magnus Holberg Stoltenberg" userId="S::next16147@edu.nextkbh.dk::0068f1ec-4f48-4a1f-a7b8-233e6eeb74a8" providerId="AD" clId="Web-{AE27CD8D-FFC5-42E0-864F-4E2D44A541AB}" dt="2025-01-12T16:22:55.626" v="5"/>
          <ac:cxnSpMkLst>
            <pc:docMk/>
            <pc:sldMk cId="3424942676" sldId="256"/>
            <ac:cxnSpMk id="15" creationId="{6896548C-21A4-493D-B220-64E89F1EF6D7}"/>
          </ac:cxnSpMkLst>
        </pc:cxnChg>
        <pc:cxnChg chg="add del">
          <ac:chgData name="Magnus Holberg Stoltenberg" userId="S::next16147@edu.nextkbh.dk::0068f1ec-4f48-4a1f-a7b8-233e6eeb74a8" providerId="AD" clId="Web-{AE27CD8D-FFC5-42E0-864F-4E2D44A541AB}" dt="2025-01-12T16:22:56.673" v="7"/>
          <ac:cxnSpMkLst>
            <pc:docMk/>
            <pc:sldMk cId="3424942676" sldId="256"/>
            <ac:cxnSpMk id="21" creationId="{C5E74535-9C0E-4211-B088-610AD56262A4}"/>
          </ac:cxnSpMkLst>
        </pc:cxnChg>
      </pc:sldChg>
      <pc:sldMasterChg chg="add del addSldLayout delSldLayout">
        <pc:chgData name="Magnus Holberg Stoltenberg" userId="S::next16147@edu.nextkbh.dk::0068f1ec-4f48-4a1f-a7b8-233e6eeb74a8" providerId="AD" clId="Web-{AE27CD8D-FFC5-42E0-864F-4E2D44A541AB}" dt="2025-01-12T16:22:56.751" v="8"/>
        <pc:sldMasterMkLst>
          <pc:docMk/>
          <pc:sldMasterMk cId="450563959" sldId="2147483648"/>
        </pc:sldMasterMkLst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1161660118" sldId="2147483649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3657976120" sldId="2147483650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1013714516" sldId="2147483651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2771968318" sldId="2147483652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1786149928" sldId="2147483653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737749525" sldId="2147483654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525010303" sldId="2147483655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904532810" sldId="2147483656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2934600751" sldId="2147483657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3783993635" sldId="2147483658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450563959" sldId="2147483648"/>
            <pc:sldLayoutMk cId="133512830" sldId="2147483659"/>
          </pc:sldLayoutMkLst>
        </pc:sldLayoutChg>
      </pc:sldMasterChg>
      <pc:sldMasterChg chg="add addSldLayout">
        <pc:chgData name="Magnus Holberg Stoltenberg" userId="S::next16147@edu.nextkbh.dk::0068f1ec-4f48-4a1f-a7b8-233e6eeb74a8" providerId="AD" clId="Web-{AE27CD8D-FFC5-42E0-864F-4E2D44A541AB}" dt="2025-01-12T16:22:56.751" v="8"/>
        <pc:sldMasterMkLst>
          <pc:docMk/>
          <pc:sldMasterMk cId="1598651920" sldId="2147483709"/>
        </pc:sldMasterMkLst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2009692340" sldId="2147483698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831735672" sldId="2147483699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3174313010" sldId="2147483700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3807694417" sldId="2147483701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3223897388" sldId="2147483702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3258743303" sldId="2147483703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2267537079" sldId="2147483704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2240991597" sldId="2147483705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3690002746" sldId="2147483706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916593173" sldId="2147483707"/>
          </pc:sldLayoutMkLst>
        </pc:sldLayoutChg>
        <pc:sldLayoutChg chg="add">
          <pc:chgData name="Magnus Holberg Stoltenberg" userId="S::next16147@edu.nextkbh.dk::0068f1ec-4f48-4a1f-a7b8-233e6eeb74a8" providerId="AD" clId="Web-{AE27CD8D-FFC5-42E0-864F-4E2D44A541AB}" dt="2025-01-12T16:22:56.751" v="8"/>
          <pc:sldLayoutMkLst>
            <pc:docMk/>
            <pc:sldMasterMk cId="1598651920" sldId="2147483709"/>
            <pc:sldLayoutMk cId="2374582930" sldId="2147483708"/>
          </pc:sldLayoutMkLst>
        </pc:sldLayoutChg>
      </pc:sldMasterChg>
      <pc:sldMasterChg chg="add del addSldLayout delSldLayout">
        <pc:chgData name="Magnus Holberg Stoltenberg" userId="S::next16147@edu.nextkbh.dk::0068f1ec-4f48-4a1f-a7b8-233e6eeb74a8" providerId="AD" clId="Web-{AE27CD8D-FFC5-42E0-864F-4E2D44A541AB}" dt="2025-01-12T16:22:56.673" v="7"/>
        <pc:sldMasterMkLst>
          <pc:docMk/>
          <pc:sldMasterMk cId="1830846248" sldId="2147483735"/>
        </pc:sldMasterMkLst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4113800108" sldId="2147483724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1678047332" sldId="2147483725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4022144025" sldId="2147483726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1410043462" sldId="2147483727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2360892020" sldId="2147483728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2295950414" sldId="2147483729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1568276778" sldId="2147483730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1861386204" sldId="2147483731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3039813855" sldId="2147483732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1944919572" sldId="2147483733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6.673" v="7"/>
          <pc:sldLayoutMkLst>
            <pc:docMk/>
            <pc:sldMasterMk cId="1830846248" sldId="2147483735"/>
            <pc:sldLayoutMk cId="2895479824" sldId="2147483734"/>
          </pc:sldLayoutMkLst>
        </pc:sldLayoutChg>
      </pc:sldMasterChg>
      <pc:sldMasterChg chg="add del addSldLayout delSldLayout">
        <pc:chgData name="Magnus Holberg Stoltenberg" userId="S::next16147@edu.nextkbh.dk::0068f1ec-4f48-4a1f-a7b8-233e6eeb74a8" providerId="AD" clId="Web-{AE27CD8D-FFC5-42E0-864F-4E2D44A541AB}" dt="2025-01-12T16:22:55.626" v="5"/>
        <pc:sldMasterMkLst>
          <pc:docMk/>
          <pc:sldMasterMk cId="3667923679" sldId="2147483748"/>
        </pc:sldMasterMkLst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2820177990" sldId="2147483737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3405998323" sldId="2147483738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1615203540" sldId="2147483739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1874633365" sldId="2147483740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440130634" sldId="2147483741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122131710" sldId="2147483742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3046610945" sldId="2147483743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2669303317" sldId="2147483744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1693903288" sldId="2147483745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567572694" sldId="2147483746"/>
          </pc:sldLayoutMkLst>
        </pc:sldLayoutChg>
        <pc:sldLayoutChg chg="add del">
          <pc:chgData name="Magnus Holberg Stoltenberg" userId="S::next16147@edu.nextkbh.dk::0068f1ec-4f48-4a1f-a7b8-233e6eeb74a8" providerId="AD" clId="Web-{AE27CD8D-FFC5-42E0-864F-4E2D44A541AB}" dt="2025-01-12T16:22:55.626" v="5"/>
          <pc:sldLayoutMkLst>
            <pc:docMk/>
            <pc:sldMasterMk cId="3667923679" sldId="2147483748"/>
            <pc:sldLayoutMk cId="3683114485" sldId="214748374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0D0D18-9D02-0B1A-6FBB-0AD660461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89EB3B8-6B4F-6951-BF94-8937D63AD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B9563D7-9383-A966-DD05-8553A5BB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D7E1-91AB-4615-9286-459EC6E4A884}" type="datetimeFigureOut">
              <a:rPr lang="da-DK" smtClean="0"/>
              <a:t>12-01-2025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C64763E-A887-6CB0-5953-B44C89F51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DFE8B5C-71DE-FBAA-10F6-74B6E956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52BE-6B79-4106-BA42-0D84C9CDFB1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363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E0A9C62E-3AA9-C11B-89B3-34DEE92A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5B2374A-79B7-348D-C02C-7BDBBC09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7E9EC4A-1FAD-17BD-8364-13378D25B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DD7E1-91AB-4615-9286-459EC6E4A884}" type="datetimeFigureOut">
              <a:rPr lang="da-DK" smtClean="0"/>
              <a:t>12-01-2025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2E16C6-28FC-D38C-AEB7-B826BF715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8928ADA-0895-E10E-EB37-3350CEB24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852BE-6B79-4106-BA42-0D84C9CDFB1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9970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78D424-A563-AAEF-ADC4-2836ABB58F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/>
              <a:t>P5 projekt!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90F4A8F-D9C9-41BE-3581-77080C4E76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/>
              <a:t>Frederik Søderberg Johansen &amp; Magnus Holberg Stoltenberg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686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31B53EE-49CB-E27B-C957-0293CDC4F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408" y="883920"/>
            <a:ext cx="3973386" cy="5230633"/>
          </a:xfrm>
          <a:noFill/>
        </p:spPr>
        <p:txBody>
          <a:bodyPr>
            <a:normAutofit/>
          </a:bodyPr>
          <a:lstStyle/>
          <a:p>
            <a:r>
              <a:rPr lang="da-DK" sz="2400"/>
              <a:t>Synopsis</a:t>
            </a:r>
          </a:p>
          <a:p>
            <a:endParaRPr lang="da-DK"/>
          </a:p>
          <a:p>
            <a:pPr algn="l"/>
            <a:r>
              <a:rPr lang="da-DK"/>
              <a:t>Spillet er et simpelt 2D-Dodge </a:t>
            </a:r>
            <a:r>
              <a:rPr lang="da-DK" err="1"/>
              <a:t>platformer</a:t>
            </a:r>
            <a:r>
              <a:rPr lang="da-DK"/>
              <a:t> game hvor fjender skyder mod spilleren vore målet er at nå til de lilla portaler for at komme videre.</a:t>
            </a:r>
          </a:p>
          <a:p>
            <a:pPr algn="l"/>
            <a:r>
              <a:rPr lang="da-DK"/>
              <a:t>Og hvis spilleren bliver ramt af de skud, som fjenderne skyder så starter man forfra.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B39952A-5590-AAD6-0DD2-AFDCCB4A03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2" b="1212"/>
          <a:stretch/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51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37D98A-AA17-27F6-D53C-AD6B32BD1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0407" y="743447"/>
            <a:ext cx="3973385" cy="1663851"/>
          </a:xfrm>
          <a:noFill/>
        </p:spPr>
        <p:txBody>
          <a:bodyPr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Kode</a:t>
            </a:r>
            <a:endParaRPr lang="da-DK" sz="520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DB28D00-EAA9-BB04-60BA-EE457555A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408" y="2715208"/>
            <a:ext cx="3973386" cy="3399345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 </a:t>
            </a:r>
            <a:r>
              <a:rPr lang="en-US" sz="20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erklæres</a:t>
            </a: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mange </a:t>
            </a:r>
            <a:r>
              <a:rPr lang="en-US" sz="20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forskellige</a:t>
            </a: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globale</a:t>
            </a: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variabler</a:t>
            </a:r>
            <a:endParaRPr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/>
            <a:endParaRPr lang="da-DK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6C33E53A-FE66-2DA3-26C7-35F6E9D19C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780" b="-1"/>
          <a:stretch/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1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1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A464D8F0-8ADF-41F0-B6EF-EDCB07786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13871"/>
            <a:ext cx="1861854" cy="717514"/>
            <a:chOff x="0" y="604259"/>
            <a:chExt cx="1861854" cy="717514"/>
          </a:xfrm>
          <a:solidFill>
            <a:srgbClr val="FFFFFF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682B8C-4240-452F-96C1-4CD7E59B5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604259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2E986DD-2E0C-40E9-A0B4-1492E7C94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43994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1147CC-0146-459F-AC50-3DE54A0E7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13871"/>
            <a:ext cx="1861854" cy="717514"/>
            <a:chOff x="0" y="604259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C8971EE-FF2D-4E91-9815-2CCC66CD9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604259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921A2CC-9B13-43D7-8074-9B7479CEB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43994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7D92DE-9334-4F12-AD6B-8548D4F9A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0364" y="1215898"/>
            <a:ext cx="3959478" cy="4710717"/>
            <a:chOff x="1674895" y="1345036"/>
            <a:chExt cx="5428610" cy="421093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A39D0FC-B65F-4D5D-A8AD-6D0E6C4D6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3AFBF5-FA42-4BA8-BCE4-E37A127AC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E1E800F-93B7-4AB7-B63A-E4C4E9C2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039" y="1073781"/>
            <a:ext cx="4027288" cy="472773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4C860E-F34F-4683-5412-A3D2D3D72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980" y="1274547"/>
            <a:ext cx="3394706" cy="1617943"/>
          </a:xfrm>
        </p:spPr>
        <p:txBody>
          <a:bodyPr>
            <a:normAutofit/>
          </a:bodyPr>
          <a:lstStyle/>
          <a:p>
            <a:r>
              <a:rPr lang="da-DK" sz="4400" err="1">
                <a:solidFill>
                  <a:schemeClr val="bg1"/>
                </a:solidFill>
              </a:rPr>
              <a:t>setup</a:t>
            </a:r>
            <a:r>
              <a:rPr lang="da-DK" sz="4400">
                <a:solidFill>
                  <a:schemeClr val="bg1"/>
                </a:solidFill>
              </a:rPr>
              <a:t> &amp; </a:t>
            </a:r>
            <a:r>
              <a:rPr lang="da-DK" sz="4400" err="1">
                <a:solidFill>
                  <a:schemeClr val="bg1"/>
                </a:solidFill>
              </a:rPr>
              <a:t>draw</a:t>
            </a:r>
            <a:r>
              <a:rPr lang="da-DK" sz="44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741590C-B331-115D-D3B3-397F206DD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979" y="3340360"/>
            <a:ext cx="3492747" cy="2301742"/>
          </a:xfrm>
        </p:spPr>
        <p:txBody>
          <a:bodyPr>
            <a:normAutofit/>
          </a:bodyPr>
          <a:lstStyle/>
          <a:p>
            <a:pPr algn="l"/>
            <a:r>
              <a:rPr lang="da-DK" sz="2000">
                <a:solidFill>
                  <a:schemeClr val="bg1"/>
                </a:solidFill>
              </a:rPr>
              <a:t>I </a:t>
            </a:r>
            <a:r>
              <a:rPr lang="da-DK" sz="2000" err="1">
                <a:solidFill>
                  <a:schemeClr val="bg1"/>
                </a:solidFill>
              </a:rPr>
              <a:t>setup</a:t>
            </a:r>
            <a:r>
              <a:rPr lang="da-DK" sz="2000">
                <a:solidFill>
                  <a:schemeClr val="bg1"/>
                </a:solidFill>
              </a:rPr>
              <a:t> erklærer vi, hvad de globale variabler er. </a:t>
            </a:r>
          </a:p>
          <a:p>
            <a:pPr algn="l"/>
            <a:r>
              <a:rPr lang="da-DK" sz="2000">
                <a:solidFill>
                  <a:schemeClr val="bg1"/>
                </a:solidFill>
              </a:rPr>
              <a:t>I </a:t>
            </a:r>
            <a:r>
              <a:rPr lang="da-DK" sz="2000" err="1">
                <a:solidFill>
                  <a:schemeClr val="bg1"/>
                </a:solidFill>
              </a:rPr>
              <a:t>draw</a:t>
            </a:r>
            <a:r>
              <a:rPr lang="da-DK" sz="2000">
                <a:solidFill>
                  <a:schemeClr val="bg1"/>
                </a:solidFill>
              </a:rPr>
              <a:t> sætter vi alle </a:t>
            </a:r>
            <a:r>
              <a:rPr lang="da-DK" sz="2000" err="1">
                <a:solidFill>
                  <a:schemeClr val="bg1"/>
                </a:solidFill>
              </a:rPr>
              <a:t>function’s</a:t>
            </a:r>
            <a:r>
              <a:rPr lang="da-DK" sz="2000">
                <a:solidFill>
                  <a:schemeClr val="bg1"/>
                </a:solidFill>
              </a:rPr>
              <a:t>  op.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1A59942-B6FE-4CF6-8242-F6EE3231B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D9628C-9189-4868-B8AA-1727266F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423" y="4590987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AF05241-2204-496E-AD1F-68B31922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423" y="4590987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8FCB9AC0-DB30-7DB0-ACF3-BA6F40EFB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691" y="931385"/>
            <a:ext cx="1982490" cy="4869494"/>
          </a:xfrm>
          <a:prstGeom prst="rect">
            <a:avLst/>
          </a:prstGeom>
          <a:ln w="28575">
            <a:noFill/>
          </a:ln>
        </p:spPr>
      </p:pic>
      <p:grpSp>
        <p:nvGrpSpPr>
          <p:cNvPr id="36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9" name="Billede 8">
            <a:extLst>
              <a:ext uri="{FF2B5EF4-FFF2-40B4-BE49-F238E27FC236}">
                <a16:creationId xmlns:a16="http://schemas.microsoft.com/office/drawing/2014/main" id="{3B22909D-0D66-3A70-A71E-02C6EAA9C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060" y="1738423"/>
            <a:ext cx="3849313" cy="33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7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5DB06D-6DD7-E621-F0E2-C52A05C30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560881"/>
            <a:ext cx="9795638" cy="1114380"/>
          </a:xfrm>
        </p:spPr>
        <p:txBody>
          <a:bodyPr>
            <a:normAutofit/>
          </a:bodyPr>
          <a:lstStyle/>
          <a:p>
            <a:r>
              <a:rPr lang="da-DK" sz="5200" err="1"/>
              <a:t>Enemy</a:t>
            </a:r>
            <a:r>
              <a:rPr lang="da-DK" sz="5200"/>
              <a:t> Action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931387F-8660-A8EE-31FC-2008A6863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1839595"/>
            <a:ext cx="9795638" cy="943119"/>
          </a:xfrm>
        </p:spPr>
        <p:txBody>
          <a:bodyPr>
            <a:normAutofit/>
          </a:bodyPr>
          <a:lstStyle/>
          <a:p>
            <a:r>
              <a:rPr lang="da-DK" sz="1300"/>
              <a:t>Del 1: </a:t>
            </a:r>
            <a:r>
              <a:rPr lang="da-DK" sz="1300" err="1"/>
              <a:t>Drawenemy</a:t>
            </a:r>
            <a:r>
              <a:rPr lang="da-DK" sz="1300"/>
              <a:t> gør som den siger den laver de onde og </a:t>
            </a:r>
            <a:r>
              <a:rPr lang="da-DK" sz="1300" err="1"/>
              <a:t>framecounten</a:t>
            </a:r>
            <a:endParaRPr lang="da-DK" sz="1300"/>
          </a:p>
          <a:p>
            <a:r>
              <a:rPr lang="da-DK" sz="1300"/>
              <a:t>Den bruger også push til at lave del 2 nemmere. </a:t>
            </a:r>
          </a:p>
          <a:p>
            <a:r>
              <a:rPr lang="da-DK" sz="1300"/>
              <a:t>Del 2: </a:t>
            </a:r>
            <a:r>
              <a:rPr lang="da-DK" sz="1300" err="1"/>
              <a:t>emovebullet</a:t>
            </a:r>
            <a:r>
              <a:rPr lang="da-DK" sz="1300"/>
              <a:t> denne del står for hvordan vi skaber en bullet samt hvordan den bliver skudt.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34864449-F4EB-E805-6109-4A54C4F5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3194"/>
          <a:stretch/>
        </p:blipFill>
        <p:spPr>
          <a:xfrm>
            <a:off x="599439" y="2957665"/>
            <a:ext cx="4991850" cy="3346376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71F9780B-5072-F374-78AE-9369151164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041"/>
          <a:stretch/>
        </p:blipFill>
        <p:spPr>
          <a:xfrm>
            <a:off x="6600705" y="2957665"/>
            <a:ext cx="4991860" cy="33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3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FF3E9D-0F2F-E882-EADA-803A14EE6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542" y="726622"/>
            <a:ext cx="3626231" cy="1618545"/>
          </a:xfrm>
        </p:spPr>
        <p:txBody>
          <a:bodyPr>
            <a:normAutofit/>
          </a:bodyPr>
          <a:lstStyle/>
          <a:p>
            <a:r>
              <a:rPr lang="da-DK" sz="5400">
                <a:solidFill>
                  <a:schemeClr val="bg1"/>
                </a:solidFill>
              </a:rPr>
              <a:t>Maps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F9D74A1-54C2-9B3F-13A8-9F9ACE0FF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542" y="4237346"/>
            <a:ext cx="3626231" cy="1894031"/>
          </a:xfrm>
        </p:spPr>
        <p:txBody>
          <a:bodyPr>
            <a:normAutofit/>
          </a:bodyPr>
          <a:lstStyle/>
          <a:p>
            <a:r>
              <a:rPr lang="da-DK" sz="2000" err="1">
                <a:solidFill>
                  <a:schemeClr val="bg1"/>
                </a:solidFill>
              </a:rPr>
              <a:t>drawMap</a:t>
            </a:r>
            <a:r>
              <a:rPr lang="da-DK" sz="2000">
                <a:solidFill>
                  <a:schemeClr val="bg1"/>
                </a:solidFill>
              </a:rPr>
              <a:t> kører på en form for kode med et basal kollisionstjek.</a:t>
            </a:r>
          </a:p>
          <a:p>
            <a:r>
              <a:rPr lang="da-DK" sz="2000">
                <a:solidFill>
                  <a:schemeClr val="bg1"/>
                </a:solidFill>
              </a:rPr>
              <a:t>Og i alle tilfælde af </a:t>
            </a:r>
            <a:r>
              <a:rPr lang="da-DK" sz="2000" err="1">
                <a:solidFill>
                  <a:schemeClr val="bg1"/>
                </a:solidFill>
              </a:rPr>
              <a:t>drawMap</a:t>
            </a:r>
            <a:r>
              <a:rPr lang="da-DK" sz="2000">
                <a:solidFill>
                  <a:schemeClr val="bg1"/>
                </a:solidFill>
              </a:rPr>
              <a:t> bliver alle objekter placeret med kollision.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4856DF8-E786-4A2B-BCE9-1D3AA7C5D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065353"/>
            <a:ext cx="1297983" cy="277779"/>
          </a:xfrm>
          <a:custGeom>
            <a:avLst/>
            <a:gdLst>
              <a:gd name="connsiteX0" fmla="*/ 94113 w 1297983"/>
              <a:gd name="connsiteY0" fmla="*/ 0 h 277779"/>
              <a:gd name="connsiteX1" fmla="*/ 332874 w 1297983"/>
              <a:gd name="connsiteY1" fmla="*/ 238761 h 277779"/>
              <a:gd name="connsiteX2" fmla="*/ 571883 w 1297983"/>
              <a:gd name="connsiteY2" fmla="*/ 0 h 277779"/>
              <a:gd name="connsiteX3" fmla="*/ 810645 w 1297983"/>
              <a:gd name="connsiteY3" fmla="*/ 238761 h 277779"/>
              <a:gd name="connsiteX4" fmla="*/ 1049406 w 1297983"/>
              <a:gd name="connsiteY4" fmla="*/ 0 h 277779"/>
              <a:gd name="connsiteX5" fmla="*/ 1297983 w 1297983"/>
              <a:gd name="connsiteY5" fmla="*/ 248577 h 277779"/>
              <a:gd name="connsiteX6" fmla="*/ 1278599 w 1297983"/>
              <a:gd name="connsiteY6" fmla="*/ 267963 h 277779"/>
              <a:gd name="connsiteX7" fmla="*/ 1049406 w 1297983"/>
              <a:gd name="connsiteY7" fmla="*/ 39017 h 277779"/>
              <a:gd name="connsiteX8" fmla="*/ 810645 w 1297983"/>
              <a:gd name="connsiteY8" fmla="*/ 277779 h 277779"/>
              <a:gd name="connsiteX9" fmla="*/ 571883 w 1297983"/>
              <a:gd name="connsiteY9" fmla="*/ 39017 h 277779"/>
              <a:gd name="connsiteX10" fmla="*/ 332874 w 1297983"/>
              <a:gd name="connsiteY10" fmla="*/ 277779 h 277779"/>
              <a:gd name="connsiteX11" fmla="*/ 94113 w 1297983"/>
              <a:gd name="connsiteY11" fmla="*/ 39017 h 277779"/>
              <a:gd name="connsiteX12" fmla="*/ 0 w 1297983"/>
              <a:gd name="connsiteY12" fmla="*/ 133130 h 277779"/>
              <a:gd name="connsiteX13" fmla="*/ 0 w 1297983"/>
              <a:gd name="connsiteY13" fmla="*/ 94113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7983" h="277779">
                <a:moveTo>
                  <a:pt x="94113" y="0"/>
                </a:moveTo>
                <a:lnTo>
                  <a:pt x="332874" y="238761"/>
                </a:lnTo>
                <a:lnTo>
                  <a:pt x="571883" y="0"/>
                </a:lnTo>
                <a:lnTo>
                  <a:pt x="810645" y="238761"/>
                </a:lnTo>
                <a:lnTo>
                  <a:pt x="1049406" y="0"/>
                </a:lnTo>
                <a:lnTo>
                  <a:pt x="1297983" y="248577"/>
                </a:lnTo>
                <a:lnTo>
                  <a:pt x="1278599" y="267963"/>
                </a:lnTo>
                <a:lnTo>
                  <a:pt x="1049406" y="39017"/>
                </a:lnTo>
                <a:lnTo>
                  <a:pt x="810645" y="277779"/>
                </a:lnTo>
                <a:lnTo>
                  <a:pt x="571883" y="39017"/>
                </a:lnTo>
                <a:lnTo>
                  <a:pt x="332874" y="277779"/>
                </a:lnTo>
                <a:lnTo>
                  <a:pt x="94113" y="39017"/>
                </a:lnTo>
                <a:lnTo>
                  <a:pt x="0" y="133130"/>
                </a:lnTo>
                <a:lnTo>
                  <a:pt x="0" y="941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646A872-7F34-4E27-B0A7-9720177E3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505088"/>
            <a:ext cx="1297983" cy="277779"/>
          </a:xfrm>
          <a:custGeom>
            <a:avLst/>
            <a:gdLst>
              <a:gd name="connsiteX0" fmla="*/ 94113 w 1297983"/>
              <a:gd name="connsiteY0" fmla="*/ 0 h 277779"/>
              <a:gd name="connsiteX1" fmla="*/ 332874 w 1297983"/>
              <a:gd name="connsiteY1" fmla="*/ 238761 h 277779"/>
              <a:gd name="connsiteX2" fmla="*/ 571883 w 1297983"/>
              <a:gd name="connsiteY2" fmla="*/ 0 h 277779"/>
              <a:gd name="connsiteX3" fmla="*/ 810645 w 1297983"/>
              <a:gd name="connsiteY3" fmla="*/ 238761 h 277779"/>
              <a:gd name="connsiteX4" fmla="*/ 1049406 w 1297983"/>
              <a:gd name="connsiteY4" fmla="*/ 0 h 277779"/>
              <a:gd name="connsiteX5" fmla="*/ 1297983 w 1297983"/>
              <a:gd name="connsiteY5" fmla="*/ 248577 h 277779"/>
              <a:gd name="connsiteX6" fmla="*/ 1278599 w 1297983"/>
              <a:gd name="connsiteY6" fmla="*/ 268208 h 277779"/>
              <a:gd name="connsiteX7" fmla="*/ 1049406 w 1297983"/>
              <a:gd name="connsiteY7" fmla="*/ 39017 h 277779"/>
              <a:gd name="connsiteX8" fmla="*/ 810645 w 1297983"/>
              <a:gd name="connsiteY8" fmla="*/ 277779 h 277779"/>
              <a:gd name="connsiteX9" fmla="*/ 571883 w 1297983"/>
              <a:gd name="connsiteY9" fmla="*/ 39017 h 277779"/>
              <a:gd name="connsiteX10" fmla="*/ 332874 w 1297983"/>
              <a:gd name="connsiteY10" fmla="*/ 277779 h 277779"/>
              <a:gd name="connsiteX11" fmla="*/ 94113 w 1297983"/>
              <a:gd name="connsiteY11" fmla="*/ 39017 h 277779"/>
              <a:gd name="connsiteX12" fmla="*/ 0 w 1297983"/>
              <a:gd name="connsiteY12" fmla="*/ 133130 h 277779"/>
              <a:gd name="connsiteX13" fmla="*/ 0 w 1297983"/>
              <a:gd name="connsiteY13" fmla="*/ 94113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7983" h="277779">
                <a:moveTo>
                  <a:pt x="94113" y="0"/>
                </a:moveTo>
                <a:lnTo>
                  <a:pt x="332874" y="238761"/>
                </a:lnTo>
                <a:lnTo>
                  <a:pt x="571883" y="0"/>
                </a:lnTo>
                <a:lnTo>
                  <a:pt x="810645" y="238761"/>
                </a:lnTo>
                <a:lnTo>
                  <a:pt x="1049406" y="0"/>
                </a:lnTo>
                <a:lnTo>
                  <a:pt x="1297983" y="248577"/>
                </a:lnTo>
                <a:lnTo>
                  <a:pt x="1278599" y="268208"/>
                </a:lnTo>
                <a:lnTo>
                  <a:pt x="1049406" y="39017"/>
                </a:lnTo>
                <a:lnTo>
                  <a:pt x="810645" y="277779"/>
                </a:lnTo>
                <a:lnTo>
                  <a:pt x="571883" y="39017"/>
                </a:lnTo>
                <a:lnTo>
                  <a:pt x="332874" y="277779"/>
                </a:lnTo>
                <a:lnTo>
                  <a:pt x="94113" y="39017"/>
                </a:lnTo>
                <a:lnTo>
                  <a:pt x="0" y="133130"/>
                </a:lnTo>
                <a:lnTo>
                  <a:pt x="0" y="941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689860-A291-4B0F-AB65-421F8C20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3640" y="2714402"/>
            <a:ext cx="3938846" cy="3938846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2BEF57-041E-4DE3-B65C-CBE71211B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3640" y="2714402"/>
            <a:ext cx="3938846" cy="3938846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438" y="267945"/>
            <a:ext cx="3055711" cy="305571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E0BF71-78CD-4FD9-BB54-48CD14158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438" y="267945"/>
            <a:ext cx="3055711" cy="305571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0042" y="201891"/>
            <a:ext cx="3055711" cy="305571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297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0" name="Graphic 212">
            <a:extLst>
              <a:ext uri="{FF2B5EF4-FFF2-40B4-BE49-F238E27FC236}">
                <a16:creationId xmlns:a16="http://schemas.microsoft.com/office/drawing/2014/main" id="{0AE773EE-DD7B-4F25-945A-3F59DEE68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297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61467" y="177067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A7F3B2F-8A53-4176-8D77-ECA28FF4D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7045360-A428-4E4B-989C-E4EF4D92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0947" y="2618037"/>
            <a:ext cx="3938846" cy="393884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6838969-9313-500B-AAC9-04A897E76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45" y="612433"/>
            <a:ext cx="4971297" cy="2063088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8D80F7CE-E753-2435-2284-B6BAB35D9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130" y="2070837"/>
            <a:ext cx="3254751" cy="393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8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464D8F0-8ADF-41F0-B6EF-EDCB07786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13871"/>
            <a:ext cx="1861854" cy="717514"/>
            <a:chOff x="0" y="604259"/>
            <a:chExt cx="1861854" cy="717514"/>
          </a:xfrm>
          <a:solidFill>
            <a:srgbClr val="FFFFFF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5682B8C-4240-452F-96C1-4CD7E59B5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604259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2E986DD-2E0C-40E9-A0B4-1492E7C94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43994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21147CC-0146-459F-AC50-3DE54A0E7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13871"/>
            <a:ext cx="1861854" cy="717514"/>
            <a:chOff x="0" y="604259"/>
            <a:chExt cx="1861854" cy="717514"/>
          </a:xfrm>
          <a:solidFill>
            <a:schemeClr val="bg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C8971EE-FF2D-4E91-9815-2CCC66CD9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604259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921A2CC-9B13-43D7-8074-9B7479CEB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43994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E7D92DE-9334-4F12-AD6B-8548D4F9A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0364" y="1215898"/>
            <a:ext cx="3959478" cy="4710717"/>
            <a:chOff x="1674895" y="1345036"/>
            <a:chExt cx="5428610" cy="421093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A39D0FC-B65F-4D5D-A8AD-6D0E6C4D6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63AFBF5-FA42-4BA8-BCE4-E37A127AC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BE1E800F-93B7-4AB7-B63A-E4C4E9C2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039" y="1073781"/>
            <a:ext cx="4027288" cy="472773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46A641-64C7-DE06-7A7B-F10917045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980" y="1274547"/>
            <a:ext cx="3394706" cy="2345731"/>
          </a:xfrm>
        </p:spPr>
        <p:txBody>
          <a:bodyPr>
            <a:normAutofit fontScale="90000"/>
          </a:bodyPr>
          <a:lstStyle/>
          <a:p>
            <a:r>
              <a:rPr lang="da-DK" sz="5400">
                <a:solidFill>
                  <a:schemeClr val="bg1"/>
                </a:solidFill>
              </a:rPr>
              <a:t>Spilleren og bevægelsen bag.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C72E2FF-1ADC-FEC7-D515-DB08843C8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925" y="3712472"/>
            <a:ext cx="3850964" cy="1963174"/>
          </a:xfrm>
        </p:spPr>
        <p:txBody>
          <a:bodyPr>
            <a:normAutofit/>
          </a:bodyPr>
          <a:lstStyle/>
          <a:p>
            <a:pPr algn="l"/>
            <a:r>
              <a:rPr lang="da-DK" sz="2000">
                <a:solidFill>
                  <a:schemeClr val="bg1"/>
                </a:solidFill>
              </a:rPr>
              <a:t>Der er en tyngdekraft, så spilleren bliver trukket ned, når man hopper.</a:t>
            </a:r>
          </a:p>
          <a:p>
            <a:pPr algn="l"/>
            <a:r>
              <a:rPr lang="da-DK" sz="2000">
                <a:solidFill>
                  <a:schemeClr val="bg1"/>
                </a:solidFill>
              </a:rPr>
              <a:t>Og jorden er døden for spilleren.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A1A59942-B6FE-4CF6-8242-F6EE3231B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2D9628C-9189-4868-B8AA-1727266F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423" y="4590987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AF05241-2204-496E-AD1F-68B31922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423" y="4590987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924FA80-51D2-629B-591F-A102D60D3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498" y="1014767"/>
            <a:ext cx="1930149" cy="5112978"/>
          </a:xfrm>
          <a:prstGeom prst="rect">
            <a:avLst/>
          </a:prstGeom>
          <a:ln w="28575">
            <a:noFill/>
          </a:ln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4521838D-5B05-5249-606E-22254B28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662" y="1837342"/>
            <a:ext cx="4170178" cy="3200610"/>
          </a:xfrm>
          <a:prstGeom prst="rect">
            <a:avLst/>
          </a:prstGeom>
        </p:spPr>
      </p:pic>
      <p:grpSp>
        <p:nvGrpSpPr>
          <p:cNvPr id="6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0828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Office-tema</vt:lpstr>
      <vt:lpstr>P5 projekt!</vt:lpstr>
      <vt:lpstr>PowerPoint Presentation</vt:lpstr>
      <vt:lpstr>Kode</vt:lpstr>
      <vt:lpstr>setup &amp; draw </vt:lpstr>
      <vt:lpstr>Enemy Action</vt:lpstr>
      <vt:lpstr>Maps</vt:lpstr>
      <vt:lpstr>Spilleren og bevægelsen bag.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2025-01-12T16:16:30Z</dcterms:created>
  <dcterms:modified xsi:type="dcterms:W3CDTF">2025-01-12T17:47:30Z</dcterms:modified>
</cp:coreProperties>
</file>